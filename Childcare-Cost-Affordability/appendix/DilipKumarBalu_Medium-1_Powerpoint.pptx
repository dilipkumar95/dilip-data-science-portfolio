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2" r:id="rId1"/>
  </p:sldMasterIdLst>
  <p:notesMasterIdLst>
    <p:notesMasterId r:id="rId12"/>
  </p:notesMasterIdLst>
  <p:sldIdLst>
    <p:sldId id="256" r:id="rId2"/>
    <p:sldId id="261" r:id="rId3"/>
    <p:sldId id="265" r:id="rId4"/>
    <p:sldId id="266" r:id="rId5"/>
    <p:sldId id="267" r:id="rId6"/>
    <p:sldId id="268" r:id="rId7"/>
    <p:sldId id="260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2279B0-242C-4D01-9A5D-29699CA56103}" v="124" dt="2025-08-10T15:24:57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9088" autoAdjust="0"/>
  </p:normalViewPr>
  <p:slideViewPr>
    <p:cSldViewPr snapToGrid="0">
      <p:cViewPr varScale="1">
        <p:scale>
          <a:sx n="51" d="100"/>
          <a:sy n="51" d="100"/>
        </p:scale>
        <p:origin x="12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7" d="100"/>
        <a:sy n="77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a Vellingiri" userId="2f791443-b2b6-40db-8581-89f0c0794d11" providerId="ADAL" clId="{272279B0-242C-4D01-9A5D-29699CA56103}"/>
    <pc:docChg chg="undo redo custSel addSld delSld modSld modMainMaster">
      <pc:chgData name="Karthika Vellingiri" userId="2f791443-b2b6-40db-8581-89f0c0794d11" providerId="ADAL" clId="{272279B0-242C-4D01-9A5D-29699CA56103}" dt="2025-08-10T15:25:20.532" v="660" actId="6549"/>
      <pc:docMkLst>
        <pc:docMk/>
      </pc:docMkLst>
      <pc:sldChg chg="addSp delSp modSp mod setBg addAnim delAnim modAnim delDesignElem">
        <pc:chgData name="Karthika Vellingiri" userId="2f791443-b2b6-40db-8581-89f0c0794d11" providerId="ADAL" clId="{272279B0-242C-4D01-9A5D-29699CA56103}" dt="2025-08-10T14:52:03.775" v="348" actId="26606"/>
        <pc:sldMkLst>
          <pc:docMk/>
          <pc:sldMk cId="1466995318" sldId="256"/>
        </pc:sldMkLst>
        <pc:spChg chg="mod">
          <ac:chgData name="Karthika Vellingiri" userId="2f791443-b2b6-40db-8581-89f0c0794d11" providerId="ADAL" clId="{272279B0-242C-4D01-9A5D-29699CA56103}" dt="2025-08-10T14:52:03.775" v="348" actId="26606"/>
          <ac:spMkLst>
            <pc:docMk/>
            <pc:sldMk cId="1466995318" sldId="256"/>
            <ac:spMk id="7" creationId="{B40B2299-7549-3C0A-A88F-006CC54C7445}"/>
          </ac:spMkLst>
        </pc:spChg>
        <pc:spChg chg="mod">
          <ac:chgData name="Karthika Vellingiri" userId="2f791443-b2b6-40db-8581-89f0c0794d11" providerId="ADAL" clId="{272279B0-242C-4D01-9A5D-29699CA56103}" dt="2025-08-10T14:52:03.775" v="348" actId="26606"/>
          <ac:spMkLst>
            <pc:docMk/>
            <pc:sldMk cId="1466995318" sldId="256"/>
            <ac:spMk id="8" creationId="{D7C1E1C7-6B0F-81DA-396C-FE32341723D6}"/>
          </ac:spMkLst>
        </pc:spChg>
        <pc:spChg chg="add del">
          <ac:chgData name="Karthika Vellingiri" userId="2f791443-b2b6-40db-8581-89f0c0794d11" providerId="ADAL" clId="{272279B0-242C-4D01-9A5D-29699CA56103}" dt="2025-08-10T14:20:35.624" v="131" actId="26606"/>
          <ac:spMkLst>
            <pc:docMk/>
            <pc:sldMk cId="1466995318" sldId="256"/>
            <ac:spMk id="12" creationId="{6D356F1A-690D-401E-8CF3-E4686CDFEC30}"/>
          </ac:spMkLst>
        </pc:spChg>
        <pc:spChg chg="add del">
          <ac:chgData name="Karthika Vellingiri" userId="2f791443-b2b6-40db-8581-89f0c0794d11" providerId="ADAL" clId="{272279B0-242C-4D01-9A5D-29699CA56103}" dt="2025-08-10T14:20:19.147" v="123" actId="26606"/>
          <ac:spMkLst>
            <pc:docMk/>
            <pc:sldMk cId="1466995318" sldId="256"/>
            <ac:spMk id="15" creationId="{6D356F1A-690D-401E-8CF3-E4686CDFEC30}"/>
          </ac:spMkLst>
        </pc:spChg>
        <pc:spChg chg="add del">
          <ac:chgData name="Karthika Vellingiri" userId="2f791443-b2b6-40db-8581-89f0c0794d11" providerId="ADAL" clId="{272279B0-242C-4D01-9A5D-29699CA56103}" dt="2025-08-10T14:20:35.624" v="131" actId="26606"/>
          <ac:spMkLst>
            <pc:docMk/>
            <pc:sldMk cId="1466995318" sldId="256"/>
            <ac:spMk id="16" creationId="{8841A10E-0F0E-4596-8888-870D709254A7}"/>
          </ac:spMkLst>
        </pc:spChg>
        <pc:spChg chg="add del">
          <ac:chgData name="Karthika Vellingiri" userId="2f791443-b2b6-40db-8581-89f0c0794d11" providerId="ADAL" clId="{272279B0-242C-4D01-9A5D-29699CA56103}" dt="2025-08-10T14:52:03.771" v="347" actId="26606"/>
          <ac:spMkLst>
            <pc:docMk/>
            <pc:sldMk cId="1466995318" sldId="256"/>
            <ac:spMk id="18" creationId="{A9286AD2-18A9-4868-A4E3-7A2097A20810}"/>
          </ac:spMkLst>
        </pc:spChg>
        <pc:spChg chg="add">
          <ac:chgData name="Karthika Vellingiri" userId="2f791443-b2b6-40db-8581-89f0c0794d11" providerId="ADAL" clId="{272279B0-242C-4D01-9A5D-29699CA56103}" dt="2025-08-10T14:52:03.775" v="348" actId="26606"/>
          <ac:spMkLst>
            <pc:docMk/>
            <pc:sldMk cId="1466995318" sldId="256"/>
            <ac:spMk id="21" creationId="{F452A527-3631-41ED-858D-3777A7D1496A}"/>
          </ac:spMkLst>
        </pc:spChg>
        <pc:spChg chg="add del">
          <ac:chgData name="Karthika Vellingiri" userId="2f791443-b2b6-40db-8581-89f0c0794d11" providerId="ADAL" clId="{272279B0-242C-4D01-9A5D-29699CA56103}" dt="2025-08-10T14:20:35.624" v="131" actId="26606"/>
          <ac:spMkLst>
            <pc:docMk/>
            <pc:sldMk cId="1466995318" sldId="256"/>
            <ac:spMk id="30" creationId="{29B1E55C-E51F-4093-A2A8-137C3E9014D7}"/>
          </ac:spMkLst>
        </pc:spChg>
        <pc:spChg chg="add del">
          <ac:chgData name="Karthika Vellingiri" userId="2f791443-b2b6-40db-8581-89f0c0794d11" providerId="ADAL" clId="{272279B0-242C-4D01-9A5D-29699CA56103}" dt="2025-08-10T14:21:14.843" v="146"/>
          <ac:spMkLst>
            <pc:docMk/>
            <pc:sldMk cId="1466995318" sldId="256"/>
            <ac:spMk id="44" creationId="{6D356F1A-690D-401E-8CF3-E4686CDFEC30}"/>
          </ac:spMkLst>
        </pc:spChg>
        <pc:spChg chg="add del">
          <ac:chgData name="Karthika Vellingiri" userId="2f791443-b2b6-40db-8581-89f0c0794d11" providerId="ADAL" clId="{272279B0-242C-4D01-9A5D-29699CA56103}" dt="2025-08-10T14:20:19.147" v="123" actId="26606"/>
          <ac:spMkLst>
            <pc:docMk/>
            <pc:sldMk cId="1466995318" sldId="256"/>
            <ac:spMk id="45" creationId="{8841A10E-0F0E-4596-8888-870D709254A7}"/>
          </ac:spMkLst>
        </pc:spChg>
        <pc:spChg chg="add del">
          <ac:chgData name="Karthika Vellingiri" userId="2f791443-b2b6-40db-8581-89f0c0794d11" providerId="ADAL" clId="{272279B0-242C-4D01-9A5D-29699CA56103}" dt="2025-08-10T14:20:41.713" v="133" actId="26606"/>
          <ac:spMkLst>
            <pc:docMk/>
            <pc:sldMk cId="1466995318" sldId="256"/>
            <ac:spMk id="46" creationId="{1FF9CEF5-A50D-4B8B-9852-D76F7037867E}"/>
          </ac:spMkLst>
        </pc:spChg>
        <pc:spChg chg="add del">
          <ac:chgData name="Karthika Vellingiri" userId="2f791443-b2b6-40db-8581-89f0c0794d11" providerId="ADAL" clId="{272279B0-242C-4D01-9A5D-29699CA56103}" dt="2025-08-10T14:20:19.147" v="123" actId="26606"/>
          <ac:spMkLst>
            <pc:docMk/>
            <pc:sldMk cId="1466995318" sldId="256"/>
            <ac:spMk id="47" creationId="{29B1E55C-E51F-4093-A2A8-137C3E9014D7}"/>
          </ac:spMkLst>
        </pc:spChg>
        <pc:spChg chg="add del">
          <ac:chgData name="Karthika Vellingiri" userId="2f791443-b2b6-40db-8581-89f0c0794d11" providerId="ADAL" clId="{272279B0-242C-4D01-9A5D-29699CA56103}" dt="2025-08-10T14:21:14.843" v="146"/>
          <ac:spMkLst>
            <pc:docMk/>
            <pc:sldMk cId="1466995318" sldId="256"/>
            <ac:spMk id="51" creationId="{8841A10E-0F0E-4596-8888-870D709254A7}"/>
          </ac:spMkLst>
        </pc:spChg>
        <pc:spChg chg="add del">
          <ac:chgData name="Karthika Vellingiri" userId="2f791443-b2b6-40db-8581-89f0c0794d11" providerId="ADAL" clId="{272279B0-242C-4D01-9A5D-29699CA56103}" dt="2025-08-10T14:21:14.843" v="146"/>
          <ac:spMkLst>
            <pc:docMk/>
            <pc:sldMk cId="1466995318" sldId="256"/>
            <ac:spMk id="52" creationId="{29B1E55C-E51F-4093-A2A8-137C3E9014D7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1466995318" sldId="256"/>
            <ac:spMk id="59" creationId="{CD46EC51-3B76-46E4-BE89-8C8E596DBFA4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1466995318" sldId="256"/>
            <ac:spMk id="60" creationId="{875485B9-8EE1-447A-9C08-F7D6B532A8CF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1466995318" sldId="256"/>
            <ac:spMk id="61" creationId="{919AC6FC-179B-4A36-87D7-DCE1FC55DC63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1466995318" sldId="256"/>
            <ac:spMk id="62" creationId="{9A180D45-F46B-4484-A254-575E30AFF4FA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1466995318" sldId="256"/>
            <ac:spMk id="63" creationId="{B963707F-B98C-4143-AFCF-D6B56C975C5A}"/>
          </ac:spMkLst>
        </pc:spChg>
        <pc:spChg chg="add del">
          <ac:chgData name="Karthika Vellingiri" userId="2f791443-b2b6-40db-8581-89f0c0794d11" providerId="ADAL" clId="{272279B0-242C-4D01-9A5D-29699CA56103}" dt="2025-08-10T14:20:41.713" v="133" actId="26606"/>
          <ac:spMkLst>
            <pc:docMk/>
            <pc:sldMk cId="1466995318" sldId="256"/>
            <ac:spMk id="66" creationId="{30684D86-C9D1-40C3-A9B6-EC935C7312E3}"/>
          </ac:spMkLst>
        </pc:spChg>
        <pc:spChg chg="add del">
          <ac:chgData name="Karthika Vellingiri" userId="2f791443-b2b6-40db-8581-89f0c0794d11" providerId="ADAL" clId="{272279B0-242C-4D01-9A5D-29699CA56103}" dt="2025-08-10T14:20:41.713" v="133" actId="26606"/>
          <ac:spMkLst>
            <pc:docMk/>
            <pc:sldMk cId="1466995318" sldId="256"/>
            <ac:spMk id="67" creationId="{1EDF7896-F56A-49DA-90F3-F5CE8B9833AD}"/>
          </ac:spMkLst>
        </pc:spChg>
        <pc:grpChg chg="add del">
          <ac:chgData name="Karthika Vellingiri" userId="2f791443-b2b6-40db-8581-89f0c0794d11" providerId="ADAL" clId="{272279B0-242C-4D01-9A5D-29699CA56103}" dt="2025-08-10T14:20:35.624" v="131" actId="26606"/>
          <ac:grpSpMkLst>
            <pc:docMk/>
            <pc:sldMk cId="1466995318" sldId="256"/>
            <ac:grpSpMk id="13" creationId="{F398A7BA-9279-4363-9D59-238782AB6BB5}"/>
          </ac:grpSpMkLst>
        </pc:grpChg>
        <pc:grpChg chg="add del">
          <ac:chgData name="Karthika Vellingiri" userId="2f791443-b2b6-40db-8581-89f0c0794d11" providerId="ADAL" clId="{272279B0-242C-4D01-9A5D-29699CA56103}" dt="2025-08-10T14:20:35.624" v="131" actId="26606"/>
          <ac:grpSpMkLst>
            <pc:docMk/>
            <pc:sldMk cId="1466995318" sldId="256"/>
            <ac:grpSpMk id="14" creationId="{3B88DAD3-AF6F-4D6C-8512-7239A69A40DD}"/>
          </ac:grpSpMkLst>
        </pc:grpChg>
        <pc:grpChg chg="add del">
          <ac:chgData name="Karthika Vellingiri" userId="2f791443-b2b6-40db-8581-89f0c0794d11" providerId="ADAL" clId="{272279B0-242C-4D01-9A5D-29699CA56103}" dt="2025-08-10T14:20:19.147" v="123" actId="26606"/>
          <ac:grpSpMkLst>
            <pc:docMk/>
            <pc:sldMk cId="1466995318" sldId="256"/>
            <ac:grpSpMk id="17" creationId="{F398A7BA-9279-4363-9D59-238782AB6BB5}"/>
          </ac:grpSpMkLst>
        </pc:grpChg>
        <pc:grpChg chg="add del">
          <ac:chgData name="Karthika Vellingiri" userId="2f791443-b2b6-40db-8581-89f0c0794d11" providerId="ADAL" clId="{272279B0-242C-4D01-9A5D-29699CA56103}" dt="2025-08-10T14:20:19.147" v="123" actId="26606"/>
          <ac:grpSpMkLst>
            <pc:docMk/>
            <pc:sldMk cId="1466995318" sldId="256"/>
            <ac:grpSpMk id="31" creationId="{3B88DAD3-AF6F-4D6C-8512-7239A69A40DD}"/>
          </ac:grpSpMkLst>
        </pc:grpChg>
        <pc:grpChg chg="add del">
          <ac:chgData name="Karthika Vellingiri" userId="2f791443-b2b6-40db-8581-89f0c0794d11" providerId="ADAL" clId="{272279B0-242C-4D01-9A5D-29699CA56103}" dt="2025-08-10T14:20:41.713" v="133" actId="26606"/>
          <ac:grpSpMkLst>
            <pc:docMk/>
            <pc:sldMk cId="1466995318" sldId="256"/>
            <ac:grpSpMk id="48" creationId="{065753F1-EEE2-45ED-88A1-ECB4A495D0AD}"/>
          </ac:grpSpMkLst>
        </pc:grpChg>
        <pc:grpChg chg="add del">
          <ac:chgData name="Karthika Vellingiri" userId="2f791443-b2b6-40db-8581-89f0c0794d11" providerId="ADAL" clId="{272279B0-242C-4D01-9A5D-29699CA56103}" dt="2025-08-10T14:21:14.843" v="146"/>
          <ac:grpSpMkLst>
            <pc:docMk/>
            <pc:sldMk cId="1466995318" sldId="256"/>
            <ac:grpSpMk id="49" creationId="{F398A7BA-9279-4363-9D59-238782AB6BB5}"/>
          </ac:grpSpMkLst>
        </pc:grpChg>
        <pc:grpChg chg="add del">
          <ac:chgData name="Karthika Vellingiri" userId="2f791443-b2b6-40db-8581-89f0c0794d11" providerId="ADAL" clId="{272279B0-242C-4D01-9A5D-29699CA56103}" dt="2025-08-10T14:21:14.843" v="146"/>
          <ac:grpSpMkLst>
            <pc:docMk/>
            <pc:sldMk cId="1466995318" sldId="256"/>
            <ac:grpSpMk id="50" creationId="{3B88DAD3-AF6F-4D6C-8512-7239A69A40DD}"/>
          </ac:grpSpMkLst>
        </pc:grpChg>
        <pc:picChg chg="mod ord">
          <ac:chgData name="Karthika Vellingiri" userId="2f791443-b2b6-40db-8581-89f0c0794d11" providerId="ADAL" clId="{272279B0-242C-4D01-9A5D-29699CA56103}" dt="2025-08-10T14:52:03.775" v="348" actId="26606"/>
          <ac:picMkLst>
            <pc:docMk/>
            <pc:sldMk cId="1466995318" sldId="256"/>
            <ac:picMk id="10" creationId="{BB309A9B-16B6-B575-6D38-BA97558DE936}"/>
          </ac:picMkLst>
        </pc:picChg>
        <pc:cxnChg chg="add del">
          <ac:chgData name="Karthika Vellingiri" userId="2f791443-b2b6-40db-8581-89f0c0794d11" providerId="ADAL" clId="{272279B0-242C-4D01-9A5D-29699CA56103}" dt="2025-08-10T14:52:03.771" v="347" actId="26606"/>
          <ac:cxnSpMkLst>
            <pc:docMk/>
            <pc:sldMk cId="1466995318" sldId="256"/>
            <ac:cxnSpMk id="19" creationId="{E7A7CD63-7EC3-44F3-95D0-595C4019FF24}"/>
          </ac:cxnSpMkLst>
        </pc:cxnChg>
        <pc:cxnChg chg="add">
          <ac:chgData name="Karthika Vellingiri" userId="2f791443-b2b6-40db-8581-89f0c0794d11" providerId="ADAL" clId="{272279B0-242C-4D01-9A5D-29699CA56103}" dt="2025-08-10T14:52:03.775" v="348" actId="26606"/>
          <ac:cxnSpMkLst>
            <pc:docMk/>
            <pc:sldMk cId="1466995318" sldId="256"/>
            <ac:cxnSpMk id="22" creationId="{D28A9C89-B313-458F-9C85-515930A51A93}"/>
          </ac:cxnSpMkLst>
        </pc:cxnChg>
      </pc:sldChg>
      <pc:sldChg chg="del">
        <pc:chgData name="Karthika Vellingiri" userId="2f791443-b2b6-40db-8581-89f0c0794d11" providerId="ADAL" clId="{272279B0-242C-4D01-9A5D-29699CA56103}" dt="2025-08-10T13:59:49.213" v="0" actId="47"/>
        <pc:sldMkLst>
          <pc:docMk/>
          <pc:sldMk cId="1411014157" sldId="257"/>
        </pc:sldMkLst>
      </pc:sldChg>
      <pc:sldChg chg="del">
        <pc:chgData name="Karthika Vellingiri" userId="2f791443-b2b6-40db-8581-89f0c0794d11" providerId="ADAL" clId="{272279B0-242C-4D01-9A5D-29699CA56103}" dt="2025-08-10T13:59:50.797" v="2" actId="47"/>
        <pc:sldMkLst>
          <pc:docMk/>
          <pc:sldMk cId="242291883" sldId="259"/>
        </pc:sldMkLst>
      </pc:sldChg>
      <pc:sldChg chg="addSp delSp modSp add del delDesignElem">
        <pc:chgData name="Karthika Vellingiri" userId="2f791443-b2b6-40db-8581-89f0c0794d11" providerId="ADAL" clId="{272279B0-242C-4D01-9A5D-29699CA56103}" dt="2025-08-10T14:51:48.791" v="343"/>
        <pc:sldMkLst>
          <pc:docMk/>
          <pc:sldMk cId="1055927350" sldId="260"/>
        </pc:sldMkLst>
        <pc:spChg chg="mod">
          <ac:chgData name="Karthika Vellingiri" userId="2f791443-b2b6-40db-8581-89f0c0794d11" providerId="ADAL" clId="{272279B0-242C-4D01-9A5D-29699CA56103}" dt="2025-08-10T14:51:48.791" v="343"/>
          <ac:spMkLst>
            <pc:docMk/>
            <pc:sldMk cId="1055927350" sldId="260"/>
            <ac:spMk id="5" creationId="{33FF3D1B-726A-A88F-A4FC-95B95ECE1EAB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1055927350" sldId="260"/>
            <ac:spMk id="12" creationId="{BFABBCE0-E08C-4BBE-9FD2-E2B253D4D5F2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1055927350" sldId="260"/>
            <ac:spMk id="14" creationId="{FF426BAC-43D6-468E-B6FF-167034D5CE43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1055927350" sldId="260"/>
            <ac:spMk id="16" creationId="{FB02D80E-5995-4C54-8387-5893C2C89473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1055927350" sldId="260"/>
            <ac:spMk id="18" creationId="{896083C8-1401-4950-AF56-E2FAFE42D656}"/>
          </ac:spMkLst>
        </pc:spChg>
      </pc:sldChg>
      <pc:sldChg chg="addSp delSp modSp mod setBg setClrOvrMap delDesignElem modNotesTx">
        <pc:chgData name="Karthika Vellingiri" userId="2f791443-b2b6-40db-8581-89f0c0794d11" providerId="ADAL" clId="{272279B0-242C-4D01-9A5D-29699CA56103}" dt="2025-08-10T15:24:46.864" v="636" actId="20577"/>
        <pc:sldMkLst>
          <pc:docMk/>
          <pc:sldMk cId="99664021" sldId="261"/>
        </pc:sldMkLst>
        <pc:spChg chg="add">
          <ac:chgData name="Karthika Vellingiri" userId="2f791443-b2b6-40db-8581-89f0c0794d11" providerId="ADAL" clId="{272279B0-242C-4D01-9A5D-29699CA56103}" dt="2025-08-10T14:17:59.009" v="74"/>
          <ac:spMkLst>
            <pc:docMk/>
            <pc:sldMk cId="99664021" sldId="261"/>
            <ac:spMk id="2" creationId="{F445E638-403A-1B25-0774-53C93D362260}"/>
          </ac:spMkLst>
        </pc:spChg>
        <pc:spChg chg="add del mod ord">
          <ac:chgData name="Karthika Vellingiri" userId="2f791443-b2b6-40db-8581-89f0c0794d11" providerId="ADAL" clId="{272279B0-242C-4D01-9A5D-29699CA56103}" dt="2025-08-10T15:17:48.757" v="469" actId="478"/>
          <ac:spMkLst>
            <pc:docMk/>
            <pc:sldMk cId="99664021" sldId="261"/>
            <ac:spMk id="3" creationId="{0532819D-010F-27F3-A570-5B1F330E9E6B}"/>
          </ac:spMkLst>
        </pc:spChg>
        <pc:spChg chg="add">
          <ac:chgData name="Karthika Vellingiri" userId="2f791443-b2b6-40db-8581-89f0c0794d11" providerId="ADAL" clId="{272279B0-242C-4D01-9A5D-29699CA56103}" dt="2025-08-10T15:17:34.065" v="464"/>
          <ac:spMkLst>
            <pc:docMk/>
            <pc:sldMk cId="99664021" sldId="261"/>
            <ac:spMk id="4" creationId="{60B7A3AB-637F-DE55-5E62-9BDC341D5D45}"/>
          </ac:spMkLst>
        </pc:spChg>
        <pc:spChg chg="mod ord">
          <ac:chgData name="Karthika Vellingiri" userId="2f791443-b2b6-40db-8581-89f0c0794d11" providerId="ADAL" clId="{272279B0-242C-4D01-9A5D-29699CA56103}" dt="2025-08-10T15:19:20.442" v="505" actId="26606"/>
          <ac:spMkLst>
            <pc:docMk/>
            <pc:sldMk cId="99664021" sldId="261"/>
            <ac:spMk id="5" creationId="{681960BE-0913-F7A0-6CBC-5F5C9821BE6B}"/>
          </ac:spMkLst>
        </pc:spChg>
        <pc:spChg chg="add">
          <ac:chgData name="Karthika Vellingiri" userId="2f791443-b2b6-40db-8581-89f0c0794d11" providerId="ADAL" clId="{272279B0-242C-4D01-9A5D-29699CA56103}" dt="2025-08-10T15:17:34.065" v="464"/>
          <ac:spMkLst>
            <pc:docMk/>
            <pc:sldMk cId="99664021" sldId="261"/>
            <ac:spMk id="6" creationId="{D832B686-778F-A45E-A1B6-CEF2ADC66611}"/>
          </ac:spMkLst>
        </pc:spChg>
        <pc:spChg chg="del mod">
          <ac:chgData name="Karthika Vellingiri" userId="2f791443-b2b6-40db-8581-89f0c0794d11" providerId="ADAL" clId="{272279B0-242C-4D01-9A5D-29699CA56103}" dt="2025-08-10T14:18:12.872" v="76"/>
          <ac:spMkLst>
            <pc:docMk/>
            <pc:sldMk cId="99664021" sldId="261"/>
            <ac:spMk id="7" creationId="{BB8596C5-2DB0-0CBE-B08B-DCB8BF4293FC}"/>
          </ac:spMkLst>
        </pc:spChg>
        <pc:spChg chg="add">
          <ac:chgData name="Karthika Vellingiri" userId="2f791443-b2b6-40db-8581-89f0c0794d11" providerId="ADAL" clId="{272279B0-242C-4D01-9A5D-29699CA56103}" dt="2025-08-10T15:17:34.065" v="464"/>
          <ac:spMkLst>
            <pc:docMk/>
            <pc:sldMk cId="99664021" sldId="261"/>
            <ac:spMk id="8" creationId="{B4164E8E-2569-3D6D-FEC0-7C7174DAE6BA}"/>
          </ac:spMkLst>
        </pc:spChg>
        <pc:spChg chg="add">
          <ac:chgData name="Karthika Vellingiri" userId="2f791443-b2b6-40db-8581-89f0c0794d11" providerId="ADAL" clId="{272279B0-242C-4D01-9A5D-29699CA56103}" dt="2025-08-10T15:17:36.526" v="466"/>
          <ac:spMkLst>
            <pc:docMk/>
            <pc:sldMk cId="99664021" sldId="261"/>
            <ac:spMk id="9" creationId="{90478B09-FF9D-6324-0F4A-E3A6A97B4848}"/>
          </ac:spMkLst>
        </pc:spChg>
        <pc:spChg chg="add">
          <ac:chgData name="Karthika Vellingiri" userId="2f791443-b2b6-40db-8581-89f0c0794d11" providerId="ADAL" clId="{272279B0-242C-4D01-9A5D-29699CA56103}" dt="2025-08-10T15:17:36.526" v="466"/>
          <ac:spMkLst>
            <pc:docMk/>
            <pc:sldMk cId="99664021" sldId="261"/>
            <ac:spMk id="11" creationId="{1BAECD4B-BBB6-F7E5-C1D8-B200A2A21729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99664021" sldId="261"/>
            <ac:spMk id="12" creationId="{504BED40-EAF7-4E55-AFF7-2CD840EBD3AA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99664021" sldId="261"/>
            <ac:spMk id="13" creationId="{F367CCF1-BB1E-41CF-8499-94A870C33EFA}"/>
          </ac:spMkLst>
        </pc:spChg>
        <pc:spChg chg="add del">
          <ac:chgData name="Karthika Vellingiri" userId="2f791443-b2b6-40db-8581-89f0c0794d11" providerId="ADAL" clId="{272279B0-242C-4D01-9A5D-29699CA56103}" dt="2025-08-10T14:19:35.224" v="114"/>
          <ac:spMkLst>
            <pc:docMk/>
            <pc:sldMk cId="99664021" sldId="261"/>
            <ac:spMk id="14" creationId="{38ABDB68-E3D5-448E-97D3-06FFEF680193}"/>
          </ac:spMkLst>
        </pc:spChg>
        <pc:spChg chg="add del">
          <ac:chgData name="Karthika Vellingiri" userId="2f791443-b2b6-40db-8581-89f0c0794d11" providerId="ADAL" clId="{272279B0-242C-4D01-9A5D-29699CA56103}" dt="2025-08-10T14:19:00.480" v="99" actId="26606"/>
          <ac:spMkLst>
            <pc:docMk/>
            <pc:sldMk cId="99664021" sldId="261"/>
            <ac:spMk id="15" creationId="{FBB53F82-F191-4EEB-AB7B-F69E634FA3E8}"/>
          </ac:spMkLst>
        </pc:spChg>
        <pc:spChg chg="add del">
          <ac:chgData name="Karthika Vellingiri" userId="2f791443-b2b6-40db-8581-89f0c0794d11" providerId="ADAL" clId="{272279B0-242C-4D01-9A5D-29699CA56103}" dt="2025-08-10T14:19:35.224" v="114"/>
          <ac:spMkLst>
            <pc:docMk/>
            <pc:sldMk cId="99664021" sldId="261"/>
            <ac:spMk id="16" creationId="{B8DD7FEB-D9F3-4F5B-982C-36B0664D0205}"/>
          </ac:spMkLst>
        </pc:spChg>
        <pc:spChg chg="add del">
          <ac:chgData name="Karthika Vellingiri" userId="2f791443-b2b6-40db-8581-89f0c0794d11" providerId="ADAL" clId="{272279B0-242C-4D01-9A5D-29699CA56103}" dt="2025-08-10T14:19:00.480" v="99" actId="26606"/>
          <ac:spMkLst>
            <pc:docMk/>
            <pc:sldMk cId="99664021" sldId="261"/>
            <ac:spMk id="17" creationId="{8616AA08-3831-473D-B61B-89484A33CF65}"/>
          </ac:spMkLst>
        </pc:spChg>
        <pc:spChg chg="add del">
          <ac:chgData name="Karthika Vellingiri" userId="2f791443-b2b6-40db-8581-89f0c0794d11" providerId="ADAL" clId="{272279B0-242C-4D01-9A5D-29699CA56103}" dt="2025-08-10T14:19:35.224" v="114"/>
          <ac:spMkLst>
            <pc:docMk/>
            <pc:sldMk cId="99664021" sldId="261"/>
            <ac:spMk id="18" creationId="{96BA11E4-0636-4FA9-A836-2A4FB176449A}"/>
          </ac:spMkLst>
        </pc:spChg>
        <pc:spChg chg="add del">
          <ac:chgData name="Karthika Vellingiri" userId="2f791443-b2b6-40db-8581-89f0c0794d11" providerId="ADAL" clId="{272279B0-242C-4D01-9A5D-29699CA56103}" dt="2025-08-10T14:19:00.480" v="99" actId="26606"/>
          <ac:spMkLst>
            <pc:docMk/>
            <pc:sldMk cId="99664021" sldId="261"/>
            <ac:spMk id="19" creationId="{8431B918-3A1C-46BA-9430-CAD97D9DA0FC}"/>
          </ac:spMkLst>
        </pc:spChg>
        <pc:spChg chg="add del">
          <ac:chgData name="Karthika Vellingiri" userId="2f791443-b2b6-40db-8581-89f0c0794d11" providerId="ADAL" clId="{272279B0-242C-4D01-9A5D-29699CA56103}" dt="2025-08-10T14:19:35.224" v="114"/>
          <ac:spMkLst>
            <pc:docMk/>
            <pc:sldMk cId="99664021" sldId="261"/>
            <ac:spMk id="20" creationId="{5681882E-BDD0-4311-AF62-E8019628524D}"/>
          </ac:spMkLst>
        </pc:spChg>
        <pc:spChg chg="add del">
          <ac:chgData name="Karthika Vellingiri" userId="2f791443-b2b6-40db-8581-89f0c0794d11" providerId="ADAL" clId="{272279B0-242C-4D01-9A5D-29699CA56103}" dt="2025-08-10T14:19:00.480" v="99" actId="26606"/>
          <ac:spMkLst>
            <pc:docMk/>
            <pc:sldMk cId="99664021" sldId="261"/>
            <ac:spMk id="21" creationId="{8400935A-2F82-4DC4-A4E1-E12EFB8C2738}"/>
          </ac:spMkLst>
        </pc:spChg>
        <pc:spChg chg="add del">
          <ac:chgData name="Karthika Vellingiri" userId="2f791443-b2b6-40db-8581-89f0c0794d11" providerId="ADAL" clId="{272279B0-242C-4D01-9A5D-29699CA56103}" dt="2025-08-10T14:19:35.224" v="114"/>
          <ac:spMkLst>
            <pc:docMk/>
            <pc:sldMk cId="99664021" sldId="261"/>
            <ac:spMk id="22" creationId="{EADD3260-4BDA-459B-A162-5E1B897E38FC}"/>
          </ac:spMkLst>
        </pc:spChg>
        <pc:spChg chg="add del">
          <ac:chgData name="Karthika Vellingiri" userId="2f791443-b2b6-40db-8581-89f0c0794d11" providerId="ADAL" clId="{272279B0-242C-4D01-9A5D-29699CA56103}" dt="2025-08-10T14:19:00.480" v="99" actId="26606"/>
          <ac:spMkLst>
            <pc:docMk/>
            <pc:sldMk cId="99664021" sldId="261"/>
            <ac:spMk id="23" creationId="{A3D5D599-1CAE-4C92-B5AE-8E51AF6D47C9}"/>
          </ac:spMkLst>
        </pc:spChg>
        <pc:spChg chg="add del">
          <ac:chgData name="Karthika Vellingiri" userId="2f791443-b2b6-40db-8581-89f0c0794d11" providerId="ADAL" clId="{272279B0-242C-4D01-9A5D-29699CA56103}" dt="2025-08-10T14:19:35.224" v="114"/>
          <ac:spMkLst>
            <pc:docMk/>
            <pc:sldMk cId="99664021" sldId="261"/>
            <ac:spMk id="24" creationId="{283DA7DD-CA37-4ED7-8710-48E56B063BA4}"/>
          </ac:spMkLst>
        </pc:spChg>
        <pc:spChg chg="add del">
          <ac:chgData name="Karthika Vellingiri" userId="2f791443-b2b6-40db-8581-89f0c0794d11" providerId="ADAL" clId="{272279B0-242C-4D01-9A5D-29699CA56103}" dt="2025-08-10T14:19:05.517" v="101" actId="26606"/>
          <ac:spMkLst>
            <pc:docMk/>
            <pc:sldMk cId="99664021" sldId="261"/>
            <ac:spMk id="25" creationId="{7B055CAA-2668-4929-8202-DBD35A78E8EB}"/>
          </ac:spMkLst>
        </pc:spChg>
        <pc:spChg chg="add del">
          <ac:chgData name="Karthika Vellingiri" userId="2f791443-b2b6-40db-8581-89f0c0794d11" providerId="ADAL" clId="{272279B0-242C-4D01-9A5D-29699CA56103}" dt="2025-08-10T14:19:05.517" v="101" actId="26606"/>
          <ac:spMkLst>
            <pc:docMk/>
            <pc:sldMk cId="99664021" sldId="261"/>
            <ac:spMk id="26" creationId="{38F88ED4-721F-4A25-9A68-66C57B1F8D03}"/>
          </ac:spMkLst>
        </pc:spChg>
        <pc:spChg chg="add del">
          <ac:chgData name="Karthika Vellingiri" userId="2f791443-b2b6-40db-8581-89f0c0794d11" providerId="ADAL" clId="{272279B0-242C-4D01-9A5D-29699CA56103}" dt="2025-08-10T14:19:05.517" v="101" actId="26606"/>
          <ac:spMkLst>
            <pc:docMk/>
            <pc:sldMk cId="99664021" sldId="261"/>
            <ac:spMk id="27" creationId="{3A5A85F2-11BA-4322-9355-08C0DEC78035}"/>
          </ac:spMkLst>
        </pc:spChg>
        <pc:spChg chg="add del">
          <ac:chgData name="Karthika Vellingiri" userId="2f791443-b2b6-40db-8581-89f0c0794d11" providerId="ADAL" clId="{272279B0-242C-4D01-9A5D-29699CA56103}" dt="2025-08-10T14:19:05.517" v="101" actId="26606"/>
          <ac:spMkLst>
            <pc:docMk/>
            <pc:sldMk cId="99664021" sldId="261"/>
            <ac:spMk id="28" creationId="{1A88A0CA-0BDB-4A19-A648-638BE196B2BC}"/>
          </ac:spMkLst>
        </pc:spChg>
        <pc:spChg chg="add del">
          <ac:chgData name="Karthika Vellingiri" userId="2f791443-b2b6-40db-8581-89f0c0794d11" providerId="ADAL" clId="{272279B0-242C-4D01-9A5D-29699CA56103}" dt="2025-08-10T14:19:35.224" v="114"/>
          <ac:spMkLst>
            <pc:docMk/>
            <pc:sldMk cId="99664021" sldId="261"/>
            <ac:spMk id="29" creationId="{B92F2E3C-66CD-4DEB-BA14-2A5912B65A21}"/>
          </ac:spMkLst>
        </pc:spChg>
        <pc:spChg chg="add del">
          <ac:chgData name="Karthika Vellingiri" userId="2f791443-b2b6-40db-8581-89f0c0794d11" providerId="ADAL" clId="{272279B0-242C-4D01-9A5D-29699CA56103}" dt="2025-08-10T14:20:04.384" v="119"/>
          <ac:spMkLst>
            <pc:docMk/>
            <pc:sldMk cId="99664021" sldId="261"/>
            <ac:spMk id="30" creationId="{E491B121-12B5-4977-A064-636AB0B9B0BD}"/>
          </ac:spMkLst>
        </pc:spChg>
        <pc:spChg chg="add del">
          <ac:chgData name="Karthika Vellingiri" userId="2f791443-b2b6-40db-8581-89f0c0794d11" providerId="ADAL" clId="{272279B0-242C-4D01-9A5D-29699CA56103}" dt="2025-08-10T14:20:04.384" v="119"/>
          <ac:spMkLst>
            <pc:docMk/>
            <pc:sldMk cId="99664021" sldId="261"/>
            <ac:spMk id="31" creationId="{2ED05F70-AB3E-4472-B26B-EFE6A5A59BC8}"/>
          </ac:spMkLst>
        </pc:spChg>
        <pc:spChg chg="add del">
          <ac:chgData name="Karthika Vellingiri" userId="2f791443-b2b6-40db-8581-89f0c0794d11" providerId="ADAL" clId="{272279B0-242C-4D01-9A5D-29699CA56103}" dt="2025-08-10T14:20:04.384" v="119"/>
          <ac:spMkLst>
            <pc:docMk/>
            <pc:sldMk cId="99664021" sldId="261"/>
            <ac:spMk id="32" creationId="{21F6BE39-9E37-45F0-B10C-92305CFB7C77}"/>
          </ac:spMkLst>
        </pc:spChg>
        <pc:spChg chg="add del">
          <ac:chgData name="Karthika Vellingiri" userId="2f791443-b2b6-40db-8581-89f0c0794d11" providerId="ADAL" clId="{272279B0-242C-4D01-9A5D-29699CA56103}" dt="2025-08-10T14:25:11.506" v="202" actId="26606"/>
          <ac:spMkLst>
            <pc:docMk/>
            <pc:sldMk cId="99664021" sldId="261"/>
            <ac:spMk id="33" creationId="{2B258D2B-6AC3-4B3A-A87C-FD7E6517826E}"/>
          </ac:spMkLst>
        </pc:spChg>
        <pc:spChg chg="add del">
          <ac:chgData name="Karthika Vellingiri" userId="2f791443-b2b6-40db-8581-89f0c0794d11" providerId="ADAL" clId="{272279B0-242C-4D01-9A5D-29699CA56103}" dt="2025-08-10T14:25:11.506" v="202" actId="26606"/>
          <ac:spMkLst>
            <pc:docMk/>
            <pc:sldMk cId="99664021" sldId="261"/>
            <ac:spMk id="34" creationId="{8D55DD8B-9BF9-4B91-A22D-2D3F2AEFF189}"/>
          </ac:spMkLst>
        </pc:spChg>
        <pc:spChg chg="add del">
          <ac:chgData name="Karthika Vellingiri" userId="2f791443-b2b6-40db-8581-89f0c0794d11" providerId="ADAL" clId="{272279B0-242C-4D01-9A5D-29699CA56103}" dt="2025-08-10T14:53:05.740" v="358" actId="26606"/>
          <ac:spMkLst>
            <pc:docMk/>
            <pc:sldMk cId="99664021" sldId="261"/>
            <ac:spMk id="35" creationId="{52ABB703-2B0E-4C3B-B4A2-F3973548E561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99664021" sldId="261"/>
            <ac:spMk id="36" creationId="{E491B121-12B5-4977-A064-636AB0B9B0BD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99664021" sldId="261"/>
            <ac:spMk id="37" creationId="{2ED05F70-AB3E-4472-B26B-EFE6A5A59BC8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99664021" sldId="261"/>
            <ac:spMk id="38" creationId="{21F6BE39-9E37-45F0-B10C-92305CFB7C77}"/>
          </ac:spMkLst>
        </pc:spChg>
        <pc:spChg chg="add del">
          <ac:chgData name="Karthika Vellingiri" userId="2f791443-b2b6-40db-8581-89f0c0794d11" providerId="ADAL" clId="{272279B0-242C-4D01-9A5D-29699CA56103}" dt="2025-08-10T14:53:05.740" v="358" actId="26606"/>
          <ac:spMkLst>
            <pc:docMk/>
            <pc:sldMk cId="99664021" sldId="261"/>
            <ac:spMk id="40" creationId="{E95DA498-D9A2-4DA9-B9DA-B3776E08CF7E}"/>
          </ac:spMkLst>
        </pc:spChg>
        <pc:spChg chg="add del">
          <ac:chgData name="Karthika Vellingiri" userId="2f791443-b2b6-40db-8581-89f0c0794d11" providerId="ADAL" clId="{272279B0-242C-4D01-9A5D-29699CA56103}" dt="2025-08-10T14:53:05.740" v="358" actId="26606"/>
          <ac:spMkLst>
            <pc:docMk/>
            <pc:sldMk cId="99664021" sldId="261"/>
            <ac:spMk id="41" creationId="{82A73093-4B9D-420D-B17E-52293703A1D4}"/>
          </ac:spMkLst>
        </pc:spChg>
        <pc:spChg chg="add del">
          <ac:chgData name="Karthika Vellingiri" userId="2f791443-b2b6-40db-8581-89f0c0794d11" providerId="ADAL" clId="{272279B0-242C-4D01-9A5D-29699CA56103}" dt="2025-08-10T14:53:19.009" v="366" actId="26606"/>
          <ac:spMkLst>
            <pc:docMk/>
            <pc:sldMk cId="99664021" sldId="261"/>
            <ac:spMk id="42" creationId="{311973C2-EB8B-452A-A698-4A252FD3AE28}"/>
          </ac:spMkLst>
        </pc:spChg>
        <pc:spChg chg="add del">
          <ac:chgData name="Karthika Vellingiri" userId="2f791443-b2b6-40db-8581-89f0c0794d11" providerId="ADAL" clId="{272279B0-242C-4D01-9A5D-29699CA56103}" dt="2025-08-10T14:53:07.707" v="360" actId="26606"/>
          <ac:spMkLst>
            <pc:docMk/>
            <pc:sldMk cId="99664021" sldId="261"/>
            <ac:spMk id="43" creationId="{10162E77-11AD-44A7-84EC-40C59EEFBD2E}"/>
          </ac:spMkLst>
        </pc:spChg>
        <pc:spChg chg="add del">
          <ac:chgData name="Karthika Vellingiri" userId="2f791443-b2b6-40db-8581-89f0c0794d11" providerId="ADAL" clId="{272279B0-242C-4D01-9A5D-29699CA56103}" dt="2025-08-10T14:22:36.791" v="170"/>
          <ac:spMkLst>
            <pc:docMk/>
            <pc:sldMk cId="99664021" sldId="261"/>
            <ac:spMk id="44" creationId="{5F305C72-8769-4E0F-B31D-F4B1C9DC933F}"/>
          </ac:spMkLst>
        </pc:spChg>
        <pc:spChg chg="add del">
          <ac:chgData name="Karthika Vellingiri" userId="2f791443-b2b6-40db-8581-89f0c0794d11" providerId="ADAL" clId="{272279B0-242C-4D01-9A5D-29699CA56103}" dt="2025-08-10T14:22:36.791" v="170"/>
          <ac:spMkLst>
            <pc:docMk/>
            <pc:sldMk cId="99664021" sldId="261"/>
            <ac:spMk id="45" creationId="{C5E0C91A-3F1D-43D7-9AB4-5D0A17D5C46F}"/>
          </ac:spMkLst>
        </pc:spChg>
        <pc:spChg chg="add del">
          <ac:chgData name="Karthika Vellingiri" userId="2f791443-b2b6-40db-8581-89f0c0794d11" providerId="ADAL" clId="{272279B0-242C-4D01-9A5D-29699CA56103}" dt="2025-08-10T14:22:36.791" v="170"/>
          <ac:spMkLst>
            <pc:docMk/>
            <pc:sldMk cId="99664021" sldId="261"/>
            <ac:spMk id="47" creationId="{3A6C27A1-A438-4EC6-93BF-EC26F29BBF0E}"/>
          </ac:spMkLst>
        </pc:spChg>
        <pc:spChg chg="add del">
          <ac:chgData name="Karthika Vellingiri" userId="2f791443-b2b6-40db-8581-89f0c0794d11" providerId="ADAL" clId="{272279B0-242C-4D01-9A5D-29699CA56103}" dt="2025-08-10T14:53:07.707" v="360" actId="26606"/>
          <ac:spMkLst>
            <pc:docMk/>
            <pc:sldMk cId="99664021" sldId="261"/>
            <ac:spMk id="49" creationId="{6329CBCE-21AE-419D-AC1F-8ACF510A6670}"/>
          </ac:spMkLst>
        </pc:spChg>
        <pc:spChg chg="add del">
          <ac:chgData name="Karthika Vellingiri" userId="2f791443-b2b6-40db-8581-89f0c0794d11" providerId="ADAL" clId="{272279B0-242C-4D01-9A5D-29699CA56103}" dt="2025-08-10T14:53:07.707" v="360" actId="26606"/>
          <ac:spMkLst>
            <pc:docMk/>
            <pc:sldMk cId="99664021" sldId="261"/>
            <ac:spMk id="50" creationId="{FF2DA012-1414-493D-888F-5D99D0BDA322}"/>
          </ac:spMkLst>
        </pc:spChg>
        <pc:spChg chg="add del">
          <ac:chgData name="Karthika Vellingiri" userId="2f791443-b2b6-40db-8581-89f0c0794d11" providerId="ADAL" clId="{272279B0-242C-4D01-9A5D-29699CA56103}" dt="2025-08-10T14:53:19.009" v="366" actId="26606"/>
          <ac:spMkLst>
            <pc:docMk/>
            <pc:sldMk cId="99664021" sldId="261"/>
            <ac:spMk id="51" creationId="{10162E77-11AD-44A7-84EC-40C59EEFBD2E}"/>
          </ac:spMkLst>
        </pc:spChg>
        <pc:spChg chg="add del">
          <ac:chgData name="Karthika Vellingiri" userId="2f791443-b2b6-40db-8581-89f0c0794d11" providerId="ADAL" clId="{272279B0-242C-4D01-9A5D-29699CA56103}" dt="2025-08-10T15:18:36.689" v="492" actId="26606"/>
          <ac:spMkLst>
            <pc:docMk/>
            <pc:sldMk cId="99664021" sldId="261"/>
            <ac:spMk id="57" creationId="{311973C2-EB8B-452A-A698-4A252FD3AE28}"/>
          </ac:spMkLst>
        </pc:spChg>
        <pc:spChg chg="add del">
          <ac:chgData name="Karthika Vellingiri" userId="2f791443-b2b6-40db-8581-89f0c0794d11" providerId="ADAL" clId="{272279B0-242C-4D01-9A5D-29699CA56103}" dt="2025-08-10T15:18:36.689" v="492" actId="26606"/>
          <ac:spMkLst>
            <pc:docMk/>
            <pc:sldMk cId="99664021" sldId="261"/>
            <ac:spMk id="59" creationId="{10162E77-11AD-44A7-84EC-40C59EEFBD2E}"/>
          </ac:spMkLst>
        </pc:spChg>
        <pc:spChg chg="add">
          <ac:chgData name="Karthika Vellingiri" userId="2f791443-b2b6-40db-8581-89f0c0794d11" providerId="ADAL" clId="{272279B0-242C-4D01-9A5D-29699CA56103}" dt="2025-08-10T15:17:36.526" v="466"/>
          <ac:spMkLst>
            <pc:docMk/>
            <pc:sldMk cId="99664021" sldId="261"/>
            <ac:spMk id="62" creationId="{5D813A22-2528-E772-1739-3FBAC381D62F}"/>
          </ac:spMkLst>
        </pc:spChg>
        <pc:spChg chg="add">
          <ac:chgData name="Karthika Vellingiri" userId="2f791443-b2b6-40db-8581-89f0c0794d11" providerId="ADAL" clId="{272279B0-242C-4D01-9A5D-29699CA56103}" dt="2025-08-10T15:17:39.684" v="467"/>
          <ac:spMkLst>
            <pc:docMk/>
            <pc:sldMk cId="99664021" sldId="261"/>
            <ac:spMk id="63" creationId="{D8843F36-3EBB-5C00-88CD-274BE9A8755C}"/>
          </ac:spMkLst>
        </pc:spChg>
        <pc:spChg chg="add">
          <ac:chgData name="Karthika Vellingiri" userId="2f791443-b2b6-40db-8581-89f0c0794d11" providerId="ADAL" clId="{272279B0-242C-4D01-9A5D-29699CA56103}" dt="2025-08-10T15:17:39.684" v="467"/>
          <ac:spMkLst>
            <pc:docMk/>
            <pc:sldMk cId="99664021" sldId="261"/>
            <ac:spMk id="64" creationId="{E993BCF5-5F5D-F78B-DA5F-FBB523F88718}"/>
          </ac:spMkLst>
        </pc:spChg>
        <pc:spChg chg="add">
          <ac:chgData name="Karthika Vellingiri" userId="2f791443-b2b6-40db-8581-89f0c0794d11" providerId="ADAL" clId="{272279B0-242C-4D01-9A5D-29699CA56103}" dt="2025-08-10T15:17:39.684" v="467"/>
          <ac:spMkLst>
            <pc:docMk/>
            <pc:sldMk cId="99664021" sldId="261"/>
            <ac:spMk id="65" creationId="{31623564-090B-AE4C-4F8E-14A03E43C801}"/>
          </ac:spMkLst>
        </pc:spChg>
        <pc:spChg chg="add">
          <ac:chgData name="Karthika Vellingiri" userId="2f791443-b2b6-40db-8581-89f0c0794d11" providerId="ADAL" clId="{272279B0-242C-4D01-9A5D-29699CA56103}" dt="2025-08-10T15:17:42.143" v="468"/>
          <ac:spMkLst>
            <pc:docMk/>
            <pc:sldMk cId="99664021" sldId="261"/>
            <ac:spMk id="66" creationId="{FF9EBDD5-497D-4C69-0354-876A6AE72891}"/>
          </ac:spMkLst>
        </pc:spChg>
        <pc:spChg chg="add">
          <ac:chgData name="Karthika Vellingiri" userId="2f791443-b2b6-40db-8581-89f0c0794d11" providerId="ADAL" clId="{272279B0-242C-4D01-9A5D-29699CA56103}" dt="2025-08-10T15:17:42.143" v="468"/>
          <ac:spMkLst>
            <pc:docMk/>
            <pc:sldMk cId="99664021" sldId="261"/>
            <ac:spMk id="67" creationId="{406C167D-425A-E9EE-0BEA-378F2A8DB9AE}"/>
          </ac:spMkLst>
        </pc:spChg>
        <pc:spChg chg="add">
          <ac:chgData name="Karthika Vellingiri" userId="2f791443-b2b6-40db-8581-89f0c0794d11" providerId="ADAL" clId="{272279B0-242C-4D01-9A5D-29699CA56103}" dt="2025-08-10T15:17:42.143" v="468"/>
          <ac:spMkLst>
            <pc:docMk/>
            <pc:sldMk cId="99664021" sldId="261"/>
            <ac:spMk id="68" creationId="{58F281D6-EECA-DA48-ABA8-AEAC0650E83F}"/>
          </ac:spMkLst>
        </pc:spChg>
        <pc:spChg chg="add del mod">
          <ac:chgData name="Karthika Vellingiri" userId="2f791443-b2b6-40db-8581-89f0c0794d11" providerId="ADAL" clId="{272279B0-242C-4D01-9A5D-29699CA56103}" dt="2025-08-10T15:18:14.629" v="479" actId="478"/>
          <ac:spMkLst>
            <pc:docMk/>
            <pc:sldMk cId="99664021" sldId="261"/>
            <ac:spMk id="69" creationId="{BDE936D3-0329-929A-E515-543ED0029DC0}"/>
          </ac:spMkLst>
        </pc:spChg>
        <pc:spChg chg="add del mod">
          <ac:chgData name="Karthika Vellingiri" userId="2f791443-b2b6-40db-8581-89f0c0794d11" providerId="ADAL" clId="{272279B0-242C-4D01-9A5D-29699CA56103}" dt="2025-08-10T15:18:03.193" v="476" actId="478"/>
          <ac:spMkLst>
            <pc:docMk/>
            <pc:sldMk cId="99664021" sldId="261"/>
            <ac:spMk id="70" creationId="{8BCC4D99-43EC-522A-20CF-FD4B8DF10238}"/>
          </ac:spMkLst>
        </pc:spChg>
        <pc:spChg chg="add del mod">
          <ac:chgData name="Karthika Vellingiri" userId="2f791443-b2b6-40db-8581-89f0c0794d11" providerId="ADAL" clId="{272279B0-242C-4D01-9A5D-29699CA56103}" dt="2025-08-10T15:18:14.633" v="481"/>
          <ac:spMkLst>
            <pc:docMk/>
            <pc:sldMk cId="99664021" sldId="261"/>
            <ac:spMk id="71" creationId="{F4808260-8ED3-99ED-5D7E-CE2393717729}"/>
          </ac:spMkLst>
        </pc:spChg>
        <pc:spChg chg="add del mod">
          <ac:chgData name="Karthika Vellingiri" userId="2f791443-b2b6-40db-8581-89f0c0794d11" providerId="ADAL" clId="{272279B0-242C-4D01-9A5D-29699CA56103}" dt="2025-08-10T15:19:20.442" v="505" actId="26606"/>
          <ac:spMkLst>
            <pc:docMk/>
            <pc:sldMk cId="99664021" sldId="261"/>
            <ac:spMk id="73" creationId="{048920EC-4281-B51D-8530-9996ACBDC3D1}"/>
          </ac:spMkLst>
        </pc:spChg>
        <pc:spChg chg="add del">
          <ac:chgData name="Karthika Vellingiri" userId="2f791443-b2b6-40db-8581-89f0c0794d11" providerId="ADAL" clId="{272279B0-242C-4D01-9A5D-29699CA56103}" dt="2025-08-10T15:19:11.869" v="503" actId="26606"/>
          <ac:spMkLst>
            <pc:docMk/>
            <pc:sldMk cId="99664021" sldId="261"/>
            <ac:spMk id="75" creationId="{82A73093-4B9D-420D-B17E-52293703A1D4}"/>
          </ac:spMkLst>
        </pc:spChg>
        <pc:spChg chg="add del">
          <ac:chgData name="Karthika Vellingiri" userId="2f791443-b2b6-40db-8581-89f0c0794d11" providerId="ADAL" clId="{272279B0-242C-4D01-9A5D-29699CA56103}" dt="2025-08-10T15:19:11.869" v="503" actId="26606"/>
          <ac:spMkLst>
            <pc:docMk/>
            <pc:sldMk cId="99664021" sldId="261"/>
            <ac:spMk id="78" creationId="{52ABB703-2B0E-4C3B-B4A2-F3973548E561}"/>
          </ac:spMkLst>
        </pc:spChg>
        <pc:spChg chg="add del">
          <ac:chgData name="Karthika Vellingiri" userId="2f791443-b2b6-40db-8581-89f0c0794d11" providerId="ADAL" clId="{272279B0-242C-4D01-9A5D-29699CA56103}" dt="2025-08-10T15:19:11.869" v="503" actId="26606"/>
          <ac:spMkLst>
            <pc:docMk/>
            <pc:sldMk cId="99664021" sldId="261"/>
            <ac:spMk id="82" creationId="{E95DA498-D9A2-4DA9-B9DA-B3776E08CF7E}"/>
          </ac:spMkLst>
        </pc:spChg>
        <pc:spChg chg="add del">
          <ac:chgData name="Karthika Vellingiri" userId="2f791443-b2b6-40db-8581-89f0c0794d11" providerId="ADAL" clId="{272279B0-242C-4D01-9A5D-29699CA56103}" dt="2025-08-10T14:18:25.265" v="81" actId="26606"/>
          <ac:spMkLst>
            <pc:docMk/>
            <pc:sldMk cId="99664021" sldId="261"/>
            <ac:spMk id="83" creationId="{88C97474-5879-4DB5-B4F3-F0357104BC8E}"/>
          </ac:spMkLst>
        </pc:spChg>
        <pc:spChg chg="add del">
          <ac:chgData name="Karthika Vellingiri" userId="2f791443-b2b6-40db-8581-89f0c0794d11" providerId="ADAL" clId="{272279B0-242C-4D01-9A5D-29699CA56103}" dt="2025-08-10T14:18:25.265" v="81" actId="26606"/>
          <ac:spMkLst>
            <pc:docMk/>
            <pc:sldMk cId="99664021" sldId="261"/>
            <ac:spMk id="84" creationId="{7D2AF00E-D433-4047-863F-BCB69CEC3C35}"/>
          </ac:spMkLst>
        </pc:spChg>
        <pc:spChg chg="add del">
          <ac:chgData name="Karthika Vellingiri" userId="2f791443-b2b6-40db-8581-89f0c0794d11" providerId="ADAL" clId="{272279B0-242C-4D01-9A5D-29699CA56103}" dt="2025-08-10T14:18:25.265" v="81" actId="26606"/>
          <ac:spMkLst>
            <pc:docMk/>
            <pc:sldMk cId="99664021" sldId="261"/>
            <ac:spMk id="85" creationId="{0997DBEA-6DFC-457A-9850-E535053549D6}"/>
          </ac:spMkLst>
        </pc:spChg>
        <pc:spChg chg="add del">
          <ac:chgData name="Karthika Vellingiri" userId="2f791443-b2b6-40db-8581-89f0c0794d11" providerId="ADAL" clId="{272279B0-242C-4D01-9A5D-29699CA56103}" dt="2025-08-10T14:18:25.265" v="81" actId="26606"/>
          <ac:spMkLst>
            <pc:docMk/>
            <pc:sldMk cId="99664021" sldId="261"/>
            <ac:spMk id="86" creationId="{79446CF5-953A-4916-BFF4-F5558E5C2359}"/>
          </ac:spMkLst>
        </pc:spChg>
        <pc:spChg chg="add del">
          <ac:chgData name="Karthika Vellingiri" userId="2f791443-b2b6-40db-8581-89f0c0794d11" providerId="ADAL" clId="{272279B0-242C-4D01-9A5D-29699CA56103}" dt="2025-08-10T14:18:25.265" v="81" actId="26606"/>
          <ac:spMkLst>
            <pc:docMk/>
            <pc:sldMk cId="99664021" sldId="261"/>
            <ac:spMk id="87" creationId="{477B945C-B433-4DFF-9A67-A5C9257E471C}"/>
          </ac:spMkLst>
        </pc:spChg>
        <pc:spChg chg="add del">
          <ac:chgData name="Karthika Vellingiri" userId="2f791443-b2b6-40db-8581-89f0c0794d11" providerId="ADAL" clId="{272279B0-242C-4D01-9A5D-29699CA56103}" dt="2025-08-10T15:18:58.256" v="496" actId="26606"/>
          <ac:spMkLst>
            <pc:docMk/>
            <pc:sldMk cId="99664021" sldId="261"/>
            <ac:spMk id="88" creationId="{52ABB703-2B0E-4C3B-B4A2-F3973548E561}"/>
          </ac:spMkLst>
        </pc:spChg>
        <pc:spChg chg="add del">
          <ac:chgData name="Karthika Vellingiri" userId="2f791443-b2b6-40db-8581-89f0c0794d11" providerId="ADAL" clId="{272279B0-242C-4D01-9A5D-29699CA56103}" dt="2025-08-10T15:19:20.442" v="505" actId="26606"/>
          <ac:spMkLst>
            <pc:docMk/>
            <pc:sldMk cId="99664021" sldId="261"/>
            <ac:spMk id="90" creationId="{C33BF9DD-8A45-4EEE-B231-0A14D322E5F9}"/>
          </ac:spMkLst>
        </pc:spChg>
        <pc:spChg chg="add del">
          <ac:chgData name="Karthika Vellingiri" userId="2f791443-b2b6-40db-8581-89f0c0794d11" providerId="ADAL" clId="{272279B0-242C-4D01-9A5D-29699CA56103}" dt="2025-08-10T15:18:58.256" v="496" actId="26606"/>
          <ac:spMkLst>
            <pc:docMk/>
            <pc:sldMk cId="99664021" sldId="261"/>
            <ac:spMk id="91" creationId="{E95DA498-D9A2-4DA9-B9DA-B3776E08CF7E}"/>
          </ac:spMkLst>
        </pc:spChg>
        <pc:spChg chg="add del">
          <ac:chgData name="Karthika Vellingiri" userId="2f791443-b2b6-40db-8581-89f0c0794d11" providerId="ADAL" clId="{272279B0-242C-4D01-9A5D-29699CA56103}" dt="2025-08-10T14:18:20.825" v="78" actId="26606"/>
          <ac:spMkLst>
            <pc:docMk/>
            <pc:sldMk cId="99664021" sldId="261"/>
            <ac:spMk id="92" creationId="{064D2207-AA67-DAD1-D42E-7A07328CA8EF}"/>
          </ac:spMkLst>
        </pc:spChg>
        <pc:spChg chg="add del">
          <ac:chgData name="Karthika Vellingiri" userId="2f791443-b2b6-40db-8581-89f0c0794d11" providerId="ADAL" clId="{272279B0-242C-4D01-9A5D-29699CA56103}" dt="2025-08-10T15:18:58.256" v="496" actId="26606"/>
          <ac:spMkLst>
            <pc:docMk/>
            <pc:sldMk cId="99664021" sldId="261"/>
            <ac:spMk id="93" creationId="{82A73093-4B9D-420D-B17E-52293703A1D4}"/>
          </ac:spMkLst>
        </pc:spChg>
        <pc:spChg chg="add del">
          <ac:chgData name="Karthika Vellingiri" userId="2f791443-b2b6-40db-8581-89f0c0794d11" providerId="ADAL" clId="{272279B0-242C-4D01-9A5D-29699CA56103}" dt="2025-08-10T14:18:20.825" v="78" actId="26606"/>
          <ac:spMkLst>
            <pc:docMk/>
            <pc:sldMk cId="99664021" sldId="261"/>
            <ac:spMk id="94" creationId="{BE047182-D574-4420-02BD-B15749636F5A}"/>
          </ac:spMkLst>
        </pc:spChg>
        <pc:spChg chg="add del">
          <ac:chgData name="Karthika Vellingiri" userId="2f791443-b2b6-40db-8581-89f0c0794d11" providerId="ADAL" clId="{272279B0-242C-4D01-9A5D-29699CA56103}" dt="2025-08-10T15:19:05.001" v="498" actId="26606"/>
          <ac:spMkLst>
            <pc:docMk/>
            <pc:sldMk cId="99664021" sldId="261"/>
            <ac:spMk id="95" creationId="{52ABB703-2B0E-4C3B-B4A2-F3973548E561}"/>
          </ac:spMkLst>
        </pc:spChg>
        <pc:spChg chg="add del">
          <ac:chgData name="Karthika Vellingiri" userId="2f791443-b2b6-40db-8581-89f0c0794d11" providerId="ADAL" clId="{272279B0-242C-4D01-9A5D-29699CA56103}" dt="2025-08-10T14:18:20.825" v="78" actId="26606"/>
          <ac:spMkLst>
            <pc:docMk/>
            <pc:sldMk cId="99664021" sldId="261"/>
            <ac:spMk id="96" creationId="{70F9EDA4-AE82-51D4-9890-D3FD6D2AF0E1}"/>
          </ac:spMkLst>
        </pc:spChg>
        <pc:spChg chg="add del">
          <ac:chgData name="Karthika Vellingiri" userId="2f791443-b2b6-40db-8581-89f0c0794d11" providerId="ADAL" clId="{272279B0-242C-4D01-9A5D-29699CA56103}" dt="2025-08-10T14:18:20.825" v="78" actId="26606"/>
          <ac:spMkLst>
            <pc:docMk/>
            <pc:sldMk cId="99664021" sldId="261"/>
            <ac:spMk id="98" creationId="{6832D855-C8B5-8666-2EF6-1D436A827AE3}"/>
          </ac:spMkLst>
        </pc:spChg>
        <pc:spChg chg="add del">
          <ac:chgData name="Karthika Vellingiri" userId="2f791443-b2b6-40db-8581-89f0c0794d11" providerId="ADAL" clId="{272279B0-242C-4D01-9A5D-29699CA56103}" dt="2025-08-10T15:19:05.001" v="498" actId="26606"/>
          <ac:spMkLst>
            <pc:docMk/>
            <pc:sldMk cId="99664021" sldId="261"/>
            <ac:spMk id="99" creationId="{E95DA498-D9A2-4DA9-B9DA-B3776E08CF7E}"/>
          </ac:spMkLst>
        </pc:spChg>
        <pc:spChg chg="add del">
          <ac:chgData name="Karthika Vellingiri" userId="2f791443-b2b6-40db-8581-89f0c0794d11" providerId="ADAL" clId="{272279B0-242C-4D01-9A5D-29699CA56103}" dt="2025-08-10T14:18:25.261" v="80" actId="26606"/>
          <ac:spMkLst>
            <pc:docMk/>
            <pc:sldMk cId="99664021" sldId="261"/>
            <ac:spMk id="101" creationId="{FBB53F82-F191-4EEB-AB7B-F69E634FA3E8}"/>
          </ac:spMkLst>
        </pc:spChg>
        <pc:spChg chg="add del">
          <ac:chgData name="Karthika Vellingiri" userId="2f791443-b2b6-40db-8581-89f0c0794d11" providerId="ADAL" clId="{272279B0-242C-4D01-9A5D-29699CA56103}" dt="2025-08-10T14:18:25.261" v="80" actId="26606"/>
          <ac:spMkLst>
            <pc:docMk/>
            <pc:sldMk cId="99664021" sldId="261"/>
            <ac:spMk id="102" creationId="{8616AA08-3831-473D-B61B-89484A33CF65}"/>
          </ac:spMkLst>
        </pc:spChg>
        <pc:spChg chg="add del">
          <ac:chgData name="Karthika Vellingiri" userId="2f791443-b2b6-40db-8581-89f0c0794d11" providerId="ADAL" clId="{272279B0-242C-4D01-9A5D-29699CA56103}" dt="2025-08-10T14:18:25.261" v="80" actId="26606"/>
          <ac:spMkLst>
            <pc:docMk/>
            <pc:sldMk cId="99664021" sldId="261"/>
            <ac:spMk id="103" creationId="{8431B918-3A1C-46BA-9430-CAD97D9DA0FC}"/>
          </ac:spMkLst>
        </pc:spChg>
        <pc:spChg chg="add del">
          <ac:chgData name="Karthika Vellingiri" userId="2f791443-b2b6-40db-8581-89f0c0794d11" providerId="ADAL" clId="{272279B0-242C-4D01-9A5D-29699CA56103}" dt="2025-08-10T14:18:25.261" v="80" actId="26606"/>
          <ac:spMkLst>
            <pc:docMk/>
            <pc:sldMk cId="99664021" sldId="261"/>
            <ac:spMk id="104" creationId="{8400935A-2F82-4DC4-A4E1-E12EFB8C2738}"/>
          </ac:spMkLst>
        </pc:spChg>
        <pc:spChg chg="add del">
          <ac:chgData name="Karthika Vellingiri" userId="2f791443-b2b6-40db-8581-89f0c0794d11" providerId="ADAL" clId="{272279B0-242C-4D01-9A5D-29699CA56103}" dt="2025-08-10T15:19:05.001" v="498" actId="26606"/>
          <ac:spMkLst>
            <pc:docMk/>
            <pc:sldMk cId="99664021" sldId="261"/>
            <ac:spMk id="105" creationId="{82A73093-4B9D-420D-B17E-52293703A1D4}"/>
          </ac:spMkLst>
        </pc:spChg>
        <pc:spChg chg="add del">
          <ac:chgData name="Karthika Vellingiri" userId="2f791443-b2b6-40db-8581-89f0c0794d11" providerId="ADAL" clId="{272279B0-242C-4D01-9A5D-29699CA56103}" dt="2025-08-10T15:19:08.020" v="500" actId="26606"/>
          <ac:spMkLst>
            <pc:docMk/>
            <pc:sldMk cId="99664021" sldId="261"/>
            <ac:spMk id="108" creationId="{5CF81D86-BDBA-477C-B7DD-8D359BB9965B}"/>
          </ac:spMkLst>
        </pc:spChg>
        <pc:spChg chg="add del">
          <ac:chgData name="Karthika Vellingiri" userId="2f791443-b2b6-40db-8581-89f0c0794d11" providerId="ADAL" clId="{272279B0-242C-4D01-9A5D-29699CA56103}" dt="2025-08-10T15:19:08.020" v="500" actId="26606"/>
          <ac:spMkLst>
            <pc:docMk/>
            <pc:sldMk cId="99664021" sldId="261"/>
            <ac:spMk id="110" creationId="{048920EC-4281-B51D-8530-9996ACBDC3D1}"/>
          </ac:spMkLst>
        </pc:spChg>
        <pc:spChg chg="add del">
          <ac:chgData name="Karthika Vellingiri" userId="2f791443-b2b6-40db-8581-89f0c0794d11" providerId="ADAL" clId="{272279B0-242C-4D01-9A5D-29699CA56103}" dt="2025-08-10T15:19:08.020" v="500" actId="26606"/>
          <ac:spMkLst>
            <pc:docMk/>
            <pc:sldMk cId="99664021" sldId="261"/>
            <ac:spMk id="111" creationId="{88AA064E-5F6E-4024-BC28-EDDC3DFC70E1}"/>
          </ac:spMkLst>
        </pc:spChg>
        <pc:spChg chg="add del">
          <ac:chgData name="Karthika Vellingiri" userId="2f791443-b2b6-40db-8581-89f0c0794d11" providerId="ADAL" clId="{272279B0-242C-4D01-9A5D-29699CA56103}" dt="2025-08-10T15:19:08.020" v="500" actId="26606"/>
          <ac:spMkLst>
            <pc:docMk/>
            <pc:sldMk cId="99664021" sldId="261"/>
            <ac:spMk id="112" creationId="{03B29638-4838-4B9B-B9DB-96E542BAF3E6}"/>
          </ac:spMkLst>
        </pc:spChg>
        <pc:spChg chg="add del">
          <ac:chgData name="Karthika Vellingiri" userId="2f791443-b2b6-40db-8581-89f0c0794d11" providerId="ADAL" clId="{272279B0-242C-4D01-9A5D-29699CA56103}" dt="2025-08-10T15:19:20.442" v="505" actId="26606"/>
          <ac:spMkLst>
            <pc:docMk/>
            <pc:sldMk cId="99664021" sldId="261"/>
            <ac:spMk id="113" creationId="{D5FBCAC9-BD8B-4F3B-AD74-EF37D4211349}"/>
          </ac:spMkLst>
        </pc:spChg>
        <pc:spChg chg="add del">
          <ac:chgData name="Karthika Vellingiri" userId="2f791443-b2b6-40db-8581-89f0c0794d11" providerId="ADAL" clId="{272279B0-242C-4D01-9A5D-29699CA56103}" dt="2025-08-10T15:19:10.507" v="502" actId="26606"/>
          <ac:spMkLst>
            <pc:docMk/>
            <pc:sldMk cId="99664021" sldId="261"/>
            <ac:spMk id="114" creationId="{C33BF9DD-8A45-4EEE-B231-0A14D322E5F9}"/>
          </ac:spMkLst>
        </pc:spChg>
        <pc:spChg chg="add del">
          <ac:chgData name="Karthika Vellingiri" userId="2f791443-b2b6-40db-8581-89f0c0794d11" providerId="ADAL" clId="{272279B0-242C-4D01-9A5D-29699CA56103}" dt="2025-08-10T15:19:10.507" v="502" actId="26606"/>
          <ac:spMkLst>
            <pc:docMk/>
            <pc:sldMk cId="99664021" sldId="261"/>
            <ac:spMk id="116" creationId="{048920EC-4281-B51D-8530-9996ACBDC3D1}"/>
          </ac:spMkLst>
        </pc:spChg>
        <pc:spChg chg="add del">
          <ac:chgData name="Karthika Vellingiri" userId="2f791443-b2b6-40db-8581-89f0c0794d11" providerId="ADAL" clId="{272279B0-242C-4D01-9A5D-29699CA56103}" dt="2025-08-10T15:19:10.507" v="502" actId="26606"/>
          <ac:spMkLst>
            <pc:docMk/>
            <pc:sldMk cId="99664021" sldId="261"/>
            <ac:spMk id="117" creationId="{D5FBCAC9-BD8B-4F3B-AD74-EF37D4211349}"/>
          </ac:spMkLst>
        </pc:spChg>
        <pc:spChg chg="add del">
          <ac:chgData name="Karthika Vellingiri" userId="2f791443-b2b6-40db-8581-89f0c0794d11" providerId="ADAL" clId="{272279B0-242C-4D01-9A5D-29699CA56103}" dt="2025-08-10T15:19:10.507" v="502" actId="26606"/>
          <ac:spMkLst>
            <pc:docMk/>
            <pc:sldMk cId="99664021" sldId="261"/>
            <ac:spMk id="118" creationId="{9556C5A8-AD7E-4CE7-87BE-9EA3B5E1786F}"/>
          </ac:spMkLst>
        </pc:spChg>
        <pc:spChg chg="add del">
          <ac:chgData name="Karthika Vellingiri" userId="2f791443-b2b6-40db-8581-89f0c0794d11" providerId="ADAL" clId="{272279B0-242C-4D01-9A5D-29699CA56103}" dt="2025-08-10T15:19:20.442" v="505" actId="26606"/>
          <ac:spMkLst>
            <pc:docMk/>
            <pc:sldMk cId="99664021" sldId="261"/>
            <ac:spMk id="119" creationId="{9556C5A8-AD7E-4CE7-87BE-9EA3B5E1786F}"/>
          </ac:spMkLst>
        </pc:spChg>
        <pc:spChg chg="add">
          <ac:chgData name="Karthika Vellingiri" userId="2f791443-b2b6-40db-8581-89f0c0794d11" providerId="ADAL" clId="{272279B0-242C-4D01-9A5D-29699CA56103}" dt="2025-08-10T15:19:20.442" v="505" actId="26606"/>
          <ac:spMkLst>
            <pc:docMk/>
            <pc:sldMk cId="99664021" sldId="261"/>
            <ac:spMk id="124" creationId="{311973C2-EB8B-452A-A698-4A252FD3AE28}"/>
          </ac:spMkLst>
        </pc:spChg>
        <pc:spChg chg="add">
          <ac:chgData name="Karthika Vellingiri" userId="2f791443-b2b6-40db-8581-89f0c0794d11" providerId="ADAL" clId="{272279B0-242C-4D01-9A5D-29699CA56103}" dt="2025-08-10T15:19:20.442" v="505" actId="26606"/>
          <ac:spMkLst>
            <pc:docMk/>
            <pc:sldMk cId="99664021" sldId="261"/>
            <ac:spMk id="126" creationId="{10162E77-11AD-44A7-84EC-40C59EEFBD2E}"/>
          </ac:spMkLst>
        </pc:spChg>
        <pc:grpChg chg="add del">
          <ac:chgData name="Karthika Vellingiri" userId="2f791443-b2b6-40db-8581-89f0c0794d11" providerId="ADAL" clId="{272279B0-242C-4D01-9A5D-29699CA56103}" dt="2025-08-10T14:22:36.791" v="170"/>
          <ac:grpSpMkLst>
            <pc:docMk/>
            <pc:sldMk cId="99664021" sldId="261"/>
            <ac:grpSpMk id="46" creationId="{72583CFC-05A3-4743-9A2E-7C2095B8D4CD}"/>
          </ac:grpSpMkLst>
        </pc:grpChg>
        <pc:grpChg chg="add del">
          <ac:chgData name="Karthika Vellingiri" userId="2f791443-b2b6-40db-8581-89f0c0794d11" providerId="ADAL" clId="{272279B0-242C-4D01-9A5D-29699CA56103}" dt="2025-08-10T14:22:36.791" v="170"/>
          <ac:grpSpMkLst>
            <pc:docMk/>
            <pc:sldMk cId="99664021" sldId="261"/>
            <ac:grpSpMk id="60" creationId="{506F0A57-55BB-457C-9C8C-3DEE71009ADC}"/>
          </ac:grpSpMkLst>
        </pc:grpChg>
        <pc:graphicFrameChg chg="add del">
          <ac:chgData name="Karthika Vellingiri" userId="2f791443-b2b6-40db-8581-89f0c0794d11" providerId="ADAL" clId="{272279B0-242C-4D01-9A5D-29699CA56103}" dt="2025-08-10T15:19:05.001" v="498" actId="26606"/>
          <ac:graphicFrameMkLst>
            <pc:docMk/>
            <pc:sldMk cId="99664021" sldId="261"/>
            <ac:graphicFrameMk id="106" creationId="{58A9AC05-E698-5E1B-26A3-60C60110857B}"/>
          </ac:graphicFrameMkLst>
        </pc:graphicFrameChg>
        <pc:picChg chg="mod ord">
          <ac:chgData name="Karthika Vellingiri" userId="2f791443-b2b6-40db-8581-89f0c0794d11" providerId="ADAL" clId="{272279B0-242C-4D01-9A5D-29699CA56103}" dt="2025-08-10T15:19:25.243" v="506" actId="27614"/>
          <ac:picMkLst>
            <pc:docMk/>
            <pc:sldMk cId="99664021" sldId="261"/>
            <ac:picMk id="10" creationId="{33972E08-317F-4946-7E05-663D79575765}"/>
          </ac:picMkLst>
        </pc:picChg>
        <pc:cxnChg chg="add del">
          <ac:chgData name="Karthika Vellingiri" userId="2f791443-b2b6-40db-8581-89f0c0794d11" providerId="ADAL" clId="{272279B0-242C-4D01-9A5D-29699CA56103}" dt="2025-08-10T14:53:05.740" v="358" actId="26606"/>
          <ac:cxnSpMkLst>
            <pc:docMk/>
            <pc:sldMk cId="99664021" sldId="261"/>
            <ac:cxnSpMk id="39" creationId="{9C21570E-E159-49A6-9891-FA397B7A92D3}"/>
          </ac:cxnSpMkLst>
        </pc:cxnChg>
        <pc:cxnChg chg="add del">
          <ac:chgData name="Karthika Vellingiri" userId="2f791443-b2b6-40db-8581-89f0c0794d11" providerId="ADAL" clId="{272279B0-242C-4D01-9A5D-29699CA56103}" dt="2025-08-10T14:53:07.707" v="360" actId="26606"/>
          <ac:cxnSpMkLst>
            <pc:docMk/>
            <pc:sldMk cId="99664021" sldId="261"/>
            <ac:cxnSpMk id="48" creationId="{5AB158E9-1B40-4CD6-95F0-95CA11DF7B7A}"/>
          </ac:cxnSpMkLst>
        </pc:cxnChg>
        <pc:cxnChg chg="add del">
          <ac:chgData name="Karthika Vellingiri" userId="2f791443-b2b6-40db-8581-89f0c0794d11" providerId="ADAL" clId="{272279B0-242C-4D01-9A5D-29699CA56103}" dt="2025-08-10T14:53:19.009" v="366" actId="26606"/>
          <ac:cxnSpMkLst>
            <pc:docMk/>
            <pc:sldMk cId="99664021" sldId="261"/>
            <ac:cxnSpMk id="52" creationId="{5AB158E9-1B40-4CD6-95F0-95CA11DF7B7A}"/>
          </ac:cxnSpMkLst>
        </pc:cxnChg>
        <pc:cxnChg chg="add del">
          <ac:chgData name="Karthika Vellingiri" userId="2f791443-b2b6-40db-8581-89f0c0794d11" providerId="ADAL" clId="{272279B0-242C-4D01-9A5D-29699CA56103}" dt="2025-08-10T15:18:36.689" v="492" actId="26606"/>
          <ac:cxnSpMkLst>
            <pc:docMk/>
            <pc:sldMk cId="99664021" sldId="261"/>
            <ac:cxnSpMk id="61" creationId="{5AB158E9-1B40-4CD6-95F0-95CA11DF7B7A}"/>
          </ac:cxnSpMkLst>
        </pc:cxnChg>
        <pc:cxnChg chg="add del">
          <ac:chgData name="Karthika Vellingiri" userId="2f791443-b2b6-40db-8581-89f0c0794d11" providerId="ADAL" clId="{272279B0-242C-4D01-9A5D-29699CA56103}" dt="2025-08-10T15:19:11.869" v="503" actId="26606"/>
          <ac:cxnSpMkLst>
            <pc:docMk/>
            <pc:sldMk cId="99664021" sldId="261"/>
            <ac:cxnSpMk id="80" creationId="{9C21570E-E159-49A6-9891-FA397B7A92D3}"/>
          </ac:cxnSpMkLst>
        </pc:cxnChg>
        <pc:cxnChg chg="add del">
          <ac:chgData name="Karthika Vellingiri" userId="2f791443-b2b6-40db-8581-89f0c0794d11" providerId="ADAL" clId="{272279B0-242C-4D01-9A5D-29699CA56103}" dt="2025-08-10T15:18:58.256" v="496" actId="26606"/>
          <ac:cxnSpMkLst>
            <pc:docMk/>
            <pc:sldMk cId="99664021" sldId="261"/>
            <ac:cxnSpMk id="89" creationId="{9C21570E-E159-49A6-9891-FA397B7A92D3}"/>
          </ac:cxnSpMkLst>
        </pc:cxnChg>
        <pc:cxnChg chg="add del">
          <ac:chgData name="Karthika Vellingiri" userId="2f791443-b2b6-40db-8581-89f0c0794d11" providerId="ADAL" clId="{272279B0-242C-4D01-9A5D-29699CA56103}" dt="2025-08-10T15:19:05.001" v="498" actId="26606"/>
          <ac:cxnSpMkLst>
            <pc:docMk/>
            <pc:sldMk cId="99664021" sldId="261"/>
            <ac:cxnSpMk id="97" creationId="{9C21570E-E159-49A6-9891-FA397B7A92D3}"/>
          </ac:cxnSpMkLst>
        </pc:cxnChg>
        <pc:cxnChg chg="del">
          <ac:chgData name="Karthika Vellingiri" userId="2f791443-b2b6-40db-8581-89f0c0794d11" providerId="ADAL" clId="{272279B0-242C-4D01-9A5D-29699CA56103}" dt="2025-08-10T15:19:20.442" v="505" actId="26606"/>
          <ac:cxnSpMkLst>
            <pc:docMk/>
            <pc:sldMk cId="99664021" sldId="261"/>
            <ac:cxnSpMk id="107" creationId="{9020DCC9-F851-4562-BB20-1AB3C51BFD08}"/>
          </ac:cxnSpMkLst>
        </pc:cxnChg>
        <pc:cxnChg chg="add">
          <ac:chgData name="Karthika Vellingiri" userId="2f791443-b2b6-40db-8581-89f0c0794d11" providerId="ADAL" clId="{272279B0-242C-4D01-9A5D-29699CA56103}" dt="2025-08-10T15:19:20.442" v="505" actId="26606"/>
          <ac:cxnSpMkLst>
            <pc:docMk/>
            <pc:sldMk cId="99664021" sldId="261"/>
            <ac:cxnSpMk id="128" creationId="{5AB158E9-1B40-4CD6-95F0-95CA11DF7B7A}"/>
          </ac:cxnSpMkLst>
        </pc:cxnChg>
      </pc:sldChg>
      <pc:sldChg chg="modSp">
        <pc:chgData name="Karthika Vellingiri" userId="2f791443-b2b6-40db-8581-89f0c0794d11" providerId="ADAL" clId="{272279B0-242C-4D01-9A5D-29699CA56103}" dt="2025-08-10T14:51:48.791" v="343"/>
        <pc:sldMkLst>
          <pc:docMk/>
          <pc:sldMk cId="3339959301" sldId="262"/>
        </pc:sldMkLst>
        <pc:spChg chg="mod">
          <ac:chgData name="Karthika Vellingiri" userId="2f791443-b2b6-40db-8581-89f0c0794d11" providerId="ADAL" clId="{272279B0-242C-4D01-9A5D-29699CA56103}" dt="2025-08-10T14:51:48.791" v="343"/>
          <ac:spMkLst>
            <pc:docMk/>
            <pc:sldMk cId="3339959301" sldId="262"/>
            <ac:spMk id="2" creationId="{46762B97-424A-31C0-8D65-B0DF2D786B76}"/>
          </ac:spMkLst>
        </pc:spChg>
      </pc:sldChg>
      <pc:sldChg chg="addSp delSp modSp add del mod">
        <pc:chgData name="Karthika Vellingiri" userId="2f791443-b2b6-40db-8581-89f0c0794d11" providerId="ADAL" clId="{272279B0-242C-4D01-9A5D-29699CA56103}" dt="2025-08-10T14:51:48.791" v="343"/>
        <pc:sldMkLst>
          <pc:docMk/>
          <pc:sldMk cId="764493399" sldId="263"/>
        </pc:sldMkLst>
        <pc:spChg chg="mod">
          <ac:chgData name="Karthika Vellingiri" userId="2f791443-b2b6-40db-8581-89f0c0794d11" providerId="ADAL" clId="{272279B0-242C-4D01-9A5D-29699CA56103}" dt="2025-08-10T14:01:13.178" v="30" actId="20577"/>
          <ac:spMkLst>
            <pc:docMk/>
            <pc:sldMk cId="764493399" sldId="263"/>
            <ac:spMk id="2" creationId="{92E83C90-3FB7-2966-57D9-988503768DC9}"/>
          </ac:spMkLst>
        </pc:spChg>
        <pc:spChg chg="add del mod">
          <ac:chgData name="Karthika Vellingiri" userId="2f791443-b2b6-40db-8581-89f0c0794d11" providerId="ADAL" clId="{272279B0-242C-4D01-9A5D-29699CA56103}" dt="2025-08-10T14:00:12.315" v="8" actId="931"/>
          <ac:spMkLst>
            <pc:docMk/>
            <pc:sldMk cId="764493399" sldId="263"/>
            <ac:spMk id="4" creationId="{4E5E3AF8-8D20-C819-CC99-CB8A977271C1}"/>
          </ac:spMkLst>
        </pc:spChg>
        <pc:picChg chg="del">
          <ac:chgData name="Karthika Vellingiri" userId="2f791443-b2b6-40db-8581-89f0c0794d11" providerId="ADAL" clId="{272279B0-242C-4D01-9A5D-29699CA56103}" dt="2025-08-10T14:00:00.333" v="7" actId="478"/>
          <ac:picMkLst>
            <pc:docMk/>
            <pc:sldMk cId="764493399" sldId="263"/>
            <ac:picMk id="5" creationId="{CD8F9DAA-4E53-327A-0761-CE19E30D3098}"/>
          </ac:picMkLst>
        </pc:picChg>
        <pc:picChg chg="add mod ord">
          <ac:chgData name="Karthika Vellingiri" userId="2f791443-b2b6-40db-8581-89f0c0794d11" providerId="ADAL" clId="{272279B0-242C-4D01-9A5D-29699CA56103}" dt="2025-08-10T14:51:48.791" v="343"/>
          <ac:picMkLst>
            <pc:docMk/>
            <pc:sldMk cId="764493399" sldId="263"/>
            <ac:picMk id="7" creationId="{BA39879C-A1C8-46B0-B5DD-98E77F69FEBA}"/>
          </ac:picMkLst>
        </pc:picChg>
      </pc:sldChg>
      <pc:sldChg chg="addSp delSp modTransition modAnim delDesignElem">
        <pc:chgData name="Karthika Vellingiri" userId="2f791443-b2b6-40db-8581-89f0c0794d11" providerId="ADAL" clId="{272279B0-242C-4D01-9A5D-29699CA56103}" dt="2025-08-10T15:20:02.246" v="507"/>
        <pc:sldMkLst>
          <pc:docMk/>
          <pc:sldMk cId="335060284" sldId="264"/>
        </pc:sldMkLst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335060284" sldId="264"/>
            <ac:spMk id="9" creationId="{DCF4EB5C-ED25-4675-8255-2F5B12CFFCF0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335060284" sldId="264"/>
            <ac:spMk id="11" creationId="{9514EC6E-A557-42A2-BCDC-3ABFFC5E564D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335060284" sldId="264"/>
            <ac:spMk id="13" creationId="{905482C9-EB42-4BFE-95BF-7FD661F07657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335060284" sldId="264"/>
            <ac:spMk id="15" creationId="{7539E646-A625-4A26-86ED-BD90EDD329F7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335060284" sldId="264"/>
            <ac:spMk id="17" creationId="{8E019540-1104-4B12-9F83-45F58674186F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335060284" sldId="264"/>
            <ac:spMk id="19" creationId="{3580CFD6-E44A-486A-9E73-D8D948F78A34}"/>
          </ac:spMkLst>
        </pc:spChg>
      </pc:sldChg>
      <pc:sldChg chg="del">
        <pc:chgData name="Karthika Vellingiri" userId="2f791443-b2b6-40db-8581-89f0c0794d11" providerId="ADAL" clId="{272279B0-242C-4D01-9A5D-29699CA56103}" dt="2025-08-10T13:59:50.396" v="1" actId="47"/>
        <pc:sldMkLst>
          <pc:docMk/>
          <pc:sldMk cId="311824088" sldId="265"/>
        </pc:sldMkLst>
      </pc:sldChg>
      <pc:sldChg chg="addSp delSp modSp new mod setBg modClrScheme setClrOvrMap delDesignElem chgLayout modNotesTx">
        <pc:chgData name="Karthika Vellingiri" userId="2f791443-b2b6-40db-8581-89f0c0794d11" providerId="ADAL" clId="{272279B0-242C-4D01-9A5D-29699CA56103}" dt="2025-08-10T15:24:38.364" v="633" actId="20577"/>
        <pc:sldMkLst>
          <pc:docMk/>
          <pc:sldMk cId="2970176506" sldId="265"/>
        </pc:sldMkLst>
        <pc:spChg chg="mod ord">
          <ac:chgData name="Karthika Vellingiri" userId="2f791443-b2b6-40db-8581-89f0c0794d11" providerId="ADAL" clId="{272279B0-242C-4D01-9A5D-29699CA56103}" dt="2025-08-10T14:52:39.527" v="355" actId="26606"/>
          <ac:spMkLst>
            <pc:docMk/>
            <pc:sldMk cId="2970176506" sldId="265"/>
            <ac:spMk id="2" creationId="{889D13D7-1746-FC83-8872-3FB8C85E21A7}"/>
          </ac:spMkLst>
        </pc:spChg>
        <pc:spChg chg="del">
          <ac:chgData name="Karthika Vellingiri" userId="2f791443-b2b6-40db-8581-89f0c0794d11" providerId="ADAL" clId="{272279B0-242C-4D01-9A5D-29699CA56103}" dt="2025-08-10T14:11:56.781" v="34" actId="931"/>
          <ac:spMkLst>
            <pc:docMk/>
            <pc:sldMk cId="2970176506" sldId="265"/>
            <ac:spMk id="3" creationId="{6326E7AA-50F5-54FC-A108-1C1EB732A1C9}"/>
          </ac:spMkLst>
        </pc:spChg>
        <pc:spChg chg="add del mod ord">
          <ac:chgData name="Karthika Vellingiri" userId="2f791443-b2b6-40db-8581-89f0c0794d11" providerId="ADAL" clId="{272279B0-242C-4D01-9A5D-29699CA56103}" dt="2025-08-10T15:04:58.191" v="461" actId="20577"/>
          <ac:spMkLst>
            <pc:docMk/>
            <pc:sldMk cId="2970176506" sldId="265"/>
            <ac:spMk id="6" creationId="{4C28C6BB-5229-FDD0-17C6-714FA1353630}"/>
          </ac:spMkLst>
        </pc:spChg>
        <pc:spChg chg="add del">
          <ac:chgData name="Karthika Vellingiri" userId="2f791443-b2b6-40db-8581-89f0c0794d11" providerId="ADAL" clId="{272279B0-242C-4D01-9A5D-29699CA56103}" dt="2025-08-10T14:22:27.298" v="161" actId="26606"/>
          <ac:spMkLst>
            <pc:docMk/>
            <pc:sldMk cId="2970176506" sldId="265"/>
            <ac:spMk id="8" creationId="{7A5FC171-5EF1-470A-B19B-DB937973D2A7}"/>
          </ac:spMkLst>
        </pc:spChg>
        <pc:spChg chg="add del">
          <ac:chgData name="Karthika Vellingiri" userId="2f791443-b2b6-40db-8581-89f0c0794d11" providerId="ADAL" clId="{272279B0-242C-4D01-9A5D-29699CA56103}" dt="2025-08-10T14:12:15.440" v="40" actId="26606"/>
          <ac:spMkLst>
            <pc:docMk/>
            <pc:sldMk cId="2970176506" sldId="265"/>
            <ac:spMk id="9" creationId="{87D2B3DE-D1E3-6237-268B-C587BB064B7B}"/>
          </ac:spMkLst>
        </pc:spChg>
        <pc:spChg chg="add del">
          <ac:chgData name="Karthika Vellingiri" userId="2f791443-b2b6-40db-8581-89f0c0794d11" providerId="ADAL" clId="{272279B0-242C-4D01-9A5D-29699CA56103}" dt="2025-08-10T14:12:04.045" v="38" actId="26606"/>
          <ac:spMkLst>
            <pc:docMk/>
            <pc:sldMk cId="2970176506" sldId="265"/>
            <ac:spMk id="10" creationId="{DD651B61-325E-4E73-8445-38B0DE8AAAB6}"/>
          </ac:spMkLst>
        </pc:spChg>
        <pc:spChg chg="add del">
          <ac:chgData name="Karthika Vellingiri" userId="2f791443-b2b6-40db-8581-89f0c0794d11" providerId="ADAL" clId="{272279B0-242C-4D01-9A5D-29699CA56103}" dt="2025-08-10T14:21:19.589" v="148" actId="26606"/>
          <ac:spMkLst>
            <pc:docMk/>
            <pc:sldMk cId="2970176506" sldId="265"/>
            <ac:spMk id="11" creationId="{3F4C104D-5F30-4811-9376-566B26E4719A}"/>
          </ac:spMkLst>
        </pc:spChg>
        <pc:spChg chg="add del">
          <ac:chgData name="Karthika Vellingiri" userId="2f791443-b2b6-40db-8581-89f0c0794d11" providerId="ADAL" clId="{272279B0-242C-4D01-9A5D-29699CA56103}" dt="2025-08-10T14:12:04.045" v="38" actId="26606"/>
          <ac:spMkLst>
            <pc:docMk/>
            <pc:sldMk cId="2970176506" sldId="265"/>
            <ac:spMk id="12" creationId="{B42E5253-D3AC-4AC2-B766-8B34F13C2F5E}"/>
          </ac:spMkLst>
        </pc:spChg>
        <pc:spChg chg="add del">
          <ac:chgData name="Karthika Vellingiri" userId="2f791443-b2b6-40db-8581-89f0c0794d11" providerId="ADAL" clId="{272279B0-242C-4D01-9A5D-29699CA56103}" dt="2025-08-10T14:21:19.589" v="148" actId="26606"/>
          <ac:spMkLst>
            <pc:docMk/>
            <pc:sldMk cId="2970176506" sldId="265"/>
            <ac:spMk id="13" creationId="{0815E34B-5D02-4E01-A936-E8E1C0AB6F12}"/>
          </ac:spMkLst>
        </pc:spChg>
        <pc:spChg chg="add del">
          <ac:chgData name="Karthika Vellingiri" userId="2f791443-b2b6-40db-8581-89f0c0794d11" providerId="ADAL" clId="{272279B0-242C-4D01-9A5D-29699CA56103}" dt="2025-08-10T14:12:04.045" v="38" actId="26606"/>
          <ac:spMkLst>
            <pc:docMk/>
            <pc:sldMk cId="2970176506" sldId="265"/>
            <ac:spMk id="14" creationId="{10AE8D57-436A-4073-9A75-15BB5949F8B4}"/>
          </ac:spMkLst>
        </pc:spChg>
        <pc:spChg chg="add del">
          <ac:chgData name="Karthika Vellingiri" userId="2f791443-b2b6-40db-8581-89f0c0794d11" providerId="ADAL" clId="{272279B0-242C-4D01-9A5D-29699CA56103}" dt="2025-08-10T14:21:19.589" v="148" actId="26606"/>
          <ac:spMkLst>
            <pc:docMk/>
            <pc:sldMk cId="2970176506" sldId="265"/>
            <ac:spMk id="15" creationId="{7DE3414B-B032-4710-A468-D3285E38C5FF}"/>
          </ac:spMkLst>
        </pc:spChg>
        <pc:spChg chg="add del">
          <ac:chgData name="Karthika Vellingiri" userId="2f791443-b2b6-40db-8581-89f0c0794d11" providerId="ADAL" clId="{272279B0-242C-4D01-9A5D-29699CA56103}" dt="2025-08-10T14:12:04.045" v="38" actId="26606"/>
          <ac:spMkLst>
            <pc:docMk/>
            <pc:sldMk cId="2970176506" sldId="265"/>
            <ac:spMk id="16" creationId="{E2852671-8EB6-4EAF-8AF8-65CF3FD66456}"/>
          </ac:spMkLst>
        </pc:spChg>
        <pc:spChg chg="add del">
          <ac:chgData name="Karthika Vellingiri" userId="2f791443-b2b6-40db-8581-89f0c0794d11" providerId="ADAL" clId="{272279B0-242C-4D01-9A5D-29699CA56103}" dt="2025-08-10T14:22:33.108" v="165" actId="26606"/>
          <ac:spMkLst>
            <pc:docMk/>
            <pc:sldMk cId="2970176506" sldId="265"/>
            <ac:spMk id="17" creationId="{584FD149-94B6-4257-AB5B-C478E6038F9E}"/>
          </ac:spMkLst>
        </pc:spChg>
        <pc:spChg chg="add del">
          <ac:chgData name="Karthika Vellingiri" userId="2f791443-b2b6-40db-8581-89f0c0794d11" providerId="ADAL" clId="{272279B0-242C-4D01-9A5D-29699CA56103}" dt="2025-08-10T14:12:04.045" v="38" actId="26606"/>
          <ac:spMkLst>
            <pc:docMk/>
            <pc:sldMk cId="2970176506" sldId="265"/>
            <ac:spMk id="18" creationId="{963FC0CD-F19B-4D9C-9C47-EB7E9D16E444}"/>
          </ac:spMkLst>
        </pc:spChg>
        <pc:spChg chg="add del">
          <ac:chgData name="Karthika Vellingiri" userId="2f791443-b2b6-40db-8581-89f0c0794d11" providerId="ADAL" clId="{272279B0-242C-4D01-9A5D-29699CA56103}" dt="2025-08-10T14:22:33.108" v="165" actId="26606"/>
          <ac:spMkLst>
            <pc:docMk/>
            <pc:sldMk cId="2970176506" sldId="265"/>
            <ac:spMk id="19" creationId="{4743F4F4-276D-4A4D-930A-0530386F9820}"/>
          </ac:spMkLst>
        </pc:spChg>
        <pc:spChg chg="add del">
          <ac:chgData name="Karthika Vellingiri" userId="2f791443-b2b6-40db-8581-89f0c0794d11" providerId="ADAL" clId="{272279B0-242C-4D01-9A5D-29699CA56103}" dt="2025-08-10T14:12:04.045" v="38" actId="26606"/>
          <ac:spMkLst>
            <pc:docMk/>
            <pc:sldMk cId="2970176506" sldId="265"/>
            <ac:spMk id="20" creationId="{2E70159E-5269-4C18-AA0B-D50513DB3B3C}"/>
          </ac:spMkLst>
        </pc:spChg>
        <pc:spChg chg="add del">
          <ac:chgData name="Karthika Vellingiri" userId="2f791443-b2b6-40db-8581-89f0c0794d11" providerId="ADAL" clId="{272279B0-242C-4D01-9A5D-29699CA56103}" dt="2025-08-10T14:22:33.108" v="165" actId="26606"/>
          <ac:spMkLst>
            <pc:docMk/>
            <pc:sldMk cId="2970176506" sldId="265"/>
            <ac:spMk id="21" creationId="{AA1386B8-14BD-4682-B537-BC9027D6EDCB}"/>
          </ac:spMkLst>
        </pc:spChg>
        <pc:spChg chg="add del">
          <ac:chgData name="Karthika Vellingiri" userId="2f791443-b2b6-40db-8581-89f0c0794d11" providerId="ADAL" clId="{272279B0-242C-4D01-9A5D-29699CA56103}" dt="2025-08-10T14:12:04.045" v="38" actId="26606"/>
          <ac:spMkLst>
            <pc:docMk/>
            <pc:sldMk cId="2970176506" sldId="265"/>
            <ac:spMk id="22" creationId="{BBBE9C8C-98B2-41C2-B47B-9A396CBA2326}"/>
          </ac:spMkLst>
        </pc:spChg>
        <pc:spChg chg="add del">
          <ac:chgData name="Karthika Vellingiri" userId="2f791443-b2b6-40db-8581-89f0c0794d11" providerId="ADAL" clId="{272279B0-242C-4D01-9A5D-29699CA56103}" dt="2025-08-10T14:22:36.791" v="170"/>
          <ac:spMkLst>
            <pc:docMk/>
            <pc:sldMk cId="2970176506" sldId="265"/>
            <ac:spMk id="23" creationId="{E9D11FD5-487C-4A6B-836F-3831DC830FB7}"/>
          </ac:spMkLst>
        </pc:spChg>
        <pc:spChg chg="add del">
          <ac:chgData name="Karthika Vellingiri" userId="2f791443-b2b6-40db-8581-89f0c0794d11" providerId="ADAL" clId="{272279B0-242C-4D01-9A5D-29699CA56103}" dt="2025-08-10T14:12:04.045" v="38" actId="26606"/>
          <ac:spMkLst>
            <pc:docMk/>
            <pc:sldMk cId="2970176506" sldId="265"/>
            <ac:spMk id="24" creationId="{B2ECCA3D-5ECA-4A8B-B9D7-CE6DEB72B952}"/>
          </ac:spMkLst>
        </pc:spChg>
        <pc:spChg chg="add del">
          <ac:chgData name="Karthika Vellingiri" userId="2f791443-b2b6-40db-8581-89f0c0794d11" providerId="ADAL" clId="{272279B0-242C-4D01-9A5D-29699CA56103}" dt="2025-08-10T14:22:36.791" v="170"/>
          <ac:spMkLst>
            <pc:docMk/>
            <pc:sldMk cId="2970176506" sldId="265"/>
            <ac:spMk id="25" creationId="{99765169-F70D-4841-BE65-62E10CBED84D}"/>
          </ac:spMkLst>
        </pc:spChg>
        <pc:spChg chg="add del">
          <ac:chgData name="Karthika Vellingiri" userId="2f791443-b2b6-40db-8581-89f0c0794d11" providerId="ADAL" clId="{272279B0-242C-4D01-9A5D-29699CA56103}" dt="2025-08-10T14:12:15.440" v="40" actId="26606"/>
          <ac:spMkLst>
            <pc:docMk/>
            <pc:sldMk cId="2970176506" sldId="265"/>
            <ac:spMk id="26" creationId="{E9751CB9-7B25-4EB8-9A6F-82F822549F12}"/>
          </ac:spMkLst>
        </pc:spChg>
        <pc:spChg chg="add del">
          <ac:chgData name="Karthika Vellingiri" userId="2f791443-b2b6-40db-8581-89f0c0794d11" providerId="ADAL" clId="{272279B0-242C-4D01-9A5D-29699CA56103}" dt="2025-08-10T14:12:15.440" v="40" actId="26606"/>
          <ac:spMkLst>
            <pc:docMk/>
            <pc:sldMk cId="2970176506" sldId="265"/>
            <ac:spMk id="27" creationId="{E1317383-CF3B-4B02-9512-BECBEF6362A4}"/>
          </ac:spMkLst>
        </pc:spChg>
        <pc:spChg chg="add del">
          <ac:chgData name="Karthika Vellingiri" userId="2f791443-b2b6-40db-8581-89f0c0794d11" providerId="ADAL" clId="{272279B0-242C-4D01-9A5D-29699CA56103}" dt="2025-08-10T14:12:15.440" v="40" actId="26606"/>
          <ac:spMkLst>
            <pc:docMk/>
            <pc:sldMk cId="2970176506" sldId="265"/>
            <ac:spMk id="28" creationId="{B1D4C7A0-6DF2-4F2D-A45D-F111582974C7}"/>
          </ac:spMkLst>
        </pc:spChg>
        <pc:spChg chg="add del">
          <ac:chgData name="Karthika Vellingiri" userId="2f791443-b2b6-40db-8581-89f0c0794d11" providerId="ADAL" clId="{272279B0-242C-4D01-9A5D-29699CA56103}" dt="2025-08-10T14:12:15.440" v="40" actId="26606"/>
          <ac:spMkLst>
            <pc:docMk/>
            <pc:sldMk cId="2970176506" sldId="265"/>
            <ac:spMk id="29" creationId="{DBF3943D-BCB6-4B31-809D-A005686483B4}"/>
          </ac:spMkLst>
        </pc:spChg>
        <pc:spChg chg="add del">
          <ac:chgData name="Karthika Vellingiri" userId="2f791443-b2b6-40db-8581-89f0c0794d11" providerId="ADAL" clId="{272279B0-242C-4D01-9A5D-29699CA56103}" dt="2025-08-10T14:12:15.440" v="40" actId="26606"/>
          <ac:spMkLst>
            <pc:docMk/>
            <pc:sldMk cId="2970176506" sldId="265"/>
            <ac:spMk id="30" creationId="{39373A6F-2E1F-4613-8E1D-D68057D29F31}"/>
          </ac:spMkLst>
        </pc:spChg>
        <pc:spChg chg="add del">
          <ac:chgData name="Karthika Vellingiri" userId="2f791443-b2b6-40db-8581-89f0c0794d11" providerId="ADAL" clId="{272279B0-242C-4D01-9A5D-29699CA56103}" dt="2025-08-10T14:22:36.791" v="170"/>
          <ac:spMkLst>
            <pc:docMk/>
            <pc:sldMk cId="2970176506" sldId="265"/>
            <ac:spMk id="31" creationId="{2A2CC818-8106-45C0-93D5-7051F99F2C81}"/>
          </ac:spMkLst>
        </pc:spChg>
        <pc:spChg chg="add del">
          <ac:chgData name="Karthika Vellingiri" userId="2f791443-b2b6-40db-8581-89f0c0794d11" providerId="ADAL" clId="{272279B0-242C-4D01-9A5D-29699CA56103}" dt="2025-08-10T14:14:47.974" v="53" actId="26606"/>
          <ac:spMkLst>
            <pc:docMk/>
            <pc:sldMk cId="2970176506" sldId="265"/>
            <ac:spMk id="32" creationId="{F875149D-F692-45DA-8324-D5E0193D5FC4}"/>
          </ac:spMkLst>
        </pc:spChg>
        <pc:spChg chg="add del">
          <ac:chgData name="Karthika Vellingiri" userId="2f791443-b2b6-40db-8581-89f0c0794d11" providerId="ADAL" clId="{272279B0-242C-4D01-9A5D-29699CA56103}" dt="2025-08-10T14:14:47.974" v="53" actId="26606"/>
          <ac:spMkLst>
            <pc:docMk/>
            <pc:sldMk cId="2970176506" sldId="265"/>
            <ac:spMk id="33" creationId="{C0B19935-C760-4698-9DD1-973C8A428D26}"/>
          </ac:spMkLst>
        </pc:spChg>
        <pc:spChg chg="add del">
          <ac:chgData name="Karthika Vellingiri" userId="2f791443-b2b6-40db-8581-89f0c0794d11" providerId="ADAL" clId="{272279B0-242C-4D01-9A5D-29699CA56103}" dt="2025-08-10T14:14:47.974" v="53" actId="26606"/>
          <ac:spMkLst>
            <pc:docMk/>
            <pc:sldMk cId="2970176506" sldId="265"/>
            <ac:spMk id="34" creationId="{08990612-E008-4F02-AEBB-B140BE753558}"/>
          </ac:spMkLst>
        </pc:spChg>
        <pc:spChg chg="add del">
          <ac:chgData name="Karthika Vellingiri" userId="2f791443-b2b6-40db-8581-89f0c0794d11" providerId="ADAL" clId="{272279B0-242C-4D01-9A5D-29699CA56103}" dt="2025-08-10T14:14:47.974" v="53" actId="26606"/>
          <ac:spMkLst>
            <pc:docMk/>
            <pc:sldMk cId="2970176506" sldId="265"/>
            <ac:spMk id="35" creationId="{A310A41F-3A14-4150-B6CF-0A577DDDEAD2}"/>
          </ac:spMkLst>
        </pc:spChg>
        <pc:spChg chg="add del">
          <ac:chgData name="Karthika Vellingiri" userId="2f791443-b2b6-40db-8581-89f0c0794d11" providerId="ADAL" clId="{272279B0-242C-4D01-9A5D-29699CA56103}" dt="2025-08-10T14:14:47.974" v="53" actId="26606"/>
          <ac:spMkLst>
            <pc:docMk/>
            <pc:sldMk cId="2970176506" sldId="265"/>
            <ac:spMk id="36" creationId="{7B89EEFD-93BC-4ACF-962C-E6279E72B00B}"/>
          </ac:spMkLst>
        </pc:spChg>
        <pc:spChg chg="add del mod">
          <ac:chgData name="Karthika Vellingiri" userId="2f791443-b2b6-40db-8581-89f0c0794d11" providerId="ADAL" clId="{272279B0-242C-4D01-9A5D-29699CA56103}" dt="2025-08-10T14:14:45.260" v="52"/>
          <ac:spMkLst>
            <pc:docMk/>
            <pc:sldMk cId="2970176506" sldId="265"/>
            <ac:spMk id="37" creationId="{6F715677-7B56-C618-58CC-90140716BFA5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2970176506" sldId="265"/>
            <ac:spMk id="38" creationId="{3F4C104D-5F30-4811-9376-566B26E4719A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2970176506" sldId="265"/>
            <ac:spMk id="39" creationId="{0815E34B-5D02-4E01-A936-E8E1C0AB6F12}"/>
          </ac:spMkLst>
        </pc:spChg>
        <pc:spChg chg="del">
          <ac:chgData name="Karthika Vellingiri" userId="2f791443-b2b6-40db-8581-89f0c0794d11" providerId="ADAL" clId="{272279B0-242C-4D01-9A5D-29699CA56103}" dt="2025-08-10T14:14:58.995" v="55" actId="26606"/>
          <ac:spMkLst>
            <pc:docMk/>
            <pc:sldMk cId="2970176506" sldId="265"/>
            <ac:spMk id="41" creationId="{F875149D-F692-45DA-8324-D5E0193D5FC4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2970176506" sldId="265"/>
            <ac:spMk id="42" creationId="{7DE3414B-B032-4710-A468-D3285E38C5FF}"/>
          </ac:spMkLst>
        </pc:spChg>
        <pc:spChg chg="add del">
          <ac:chgData name="Karthika Vellingiri" userId="2f791443-b2b6-40db-8581-89f0c0794d11" providerId="ADAL" clId="{272279B0-242C-4D01-9A5D-29699CA56103}" dt="2025-08-10T14:14:58.995" v="55" actId="26606"/>
          <ac:spMkLst>
            <pc:docMk/>
            <pc:sldMk cId="2970176506" sldId="265"/>
            <ac:spMk id="43" creationId="{C0B19935-C760-4698-9DD1-973C8A428D26}"/>
          </ac:spMkLst>
        </pc:spChg>
        <pc:spChg chg="add del">
          <ac:chgData name="Karthika Vellingiri" userId="2f791443-b2b6-40db-8581-89f0c0794d11" providerId="ADAL" clId="{272279B0-242C-4D01-9A5D-29699CA56103}" dt="2025-08-10T14:23:40.364" v="188" actId="26606"/>
          <ac:spMkLst>
            <pc:docMk/>
            <pc:sldMk cId="2970176506" sldId="265"/>
            <ac:spMk id="44" creationId="{1EDD21E1-BAF0-4314-AB31-82ECB8AC9EA9}"/>
          </ac:spMkLst>
        </pc:spChg>
        <pc:spChg chg="add del">
          <ac:chgData name="Karthika Vellingiri" userId="2f791443-b2b6-40db-8581-89f0c0794d11" providerId="ADAL" clId="{272279B0-242C-4D01-9A5D-29699CA56103}" dt="2025-08-10T14:14:58.995" v="55" actId="26606"/>
          <ac:spMkLst>
            <pc:docMk/>
            <pc:sldMk cId="2970176506" sldId="265"/>
            <ac:spMk id="45" creationId="{08990612-E008-4F02-AEBB-B140BE753558}"/>
          </ac:spMkLst>
        </pc:spChg>
        <pc:spChg chg="add del">
          <ac:chgData name="Karthika Vellingiri" userId="2f791443-b2b6-40db-8581-89f0c0794d11" providerId="ADAL" clId="{272279B0-242C-4D01-9A5D-29699CA56103}" dt="2025-08-10T14:23:40.364" v="188" actId="26606"/>
          <ac:spMkLst>
            <pc:docMk/>
            <pc:sldMk cId="2970176506" sldId="265"/>
            <ac:spMk id="46" creationId="{FDC8619C-F25D-468E-95FA-2A2151D7DDD2}"/>
          </ac:spMkLst>
        </pc:spChg>
        <pc:spChg chg="add del">
          <ac:chgData name="Karthika Vellingiri" userId="2f791443-b2b6-40db-8581-89f0c0794d11" providerId="ADAL" clId="{272279B0-242C-4D01-9A5D-29699CA56103}" dt="2025-08-10T14:14:58.995" v="55" actId="26606"/>
          <ac:spMkLst>
            <pc:docMk/>
            <pc:sldMk cId="2970176506" sldId="265"/>
            <ac:spMk id="47" creationId="{A310A41F-3A14-4150-B6CF-0A577DDDEAD2}"/>
          </ac:spMkLst>
        </pc:spChg>
        <pc:spChg chg="add">
          <ac:chgData name="Karthika Vellingiri" userId="2f791443-b2b6-40db-8581-89f0c0794d11" providerId="ADAL" clId="{272279B0-242C-4D01-9A5D-29699CA56103}" dt="2025-08-10T14:52:39.527" v="355" actId="26606"/>
          <ac:spMkLst>
            <pc:docMk/>
            <pc:sldMk cId="2970176506" sldId="265"/>
            <ac:spMk id="48" creationId="{44CC594A-A820-450F-B363-C19201FCFEC6}"/>
          </ac:spMkLst>
        </pc:spChg>
        <pc:spChg chg="add del">
          <ac:chgData name="Karthika Vellingiri" userId="2f791443-b2b6-40db-8581-89f0c0794d11" providerId="ADAL" clId="{272279B0-242C-4D01-9A5D-29699CA56103}" dt="2025-08-10T14:14:58.995" v="55" actId="26606"/>
          <ac:spMkLst>
            <pc:docMk/>
            <pc:sldMk cId="2970176506" sldId="265"/>
            <ac:spMk id="49" creationId="{7B89EEFD-93BC-4ACF-962C-E6279E72B00B}"/>
          </ac:spMkLst>
        </pc:spChg>
        <pc:spChg chg="add">
          <ac:chgData name="Karthika Vellingiri" userId="2f791443-b2b6-40db-8581-89f0c0794d11" providerId="ADAL" clId="{272279B0-242C-4D01-9A5D-29699CA56103}" dt="2025-08-10T14:52:39.527" v="355" actId="26606"/>
          <ac:spMkLst>
            <pc:docMk/>
            <pc:sldMk cId="2970176506" sldId="265"/>
            <ac:spMk id="50" creationId="{59FAB3DA-E9ED-4574-ABCC-378BC0FF1BBC}"/>
          </ac:spMkLst>
        </pc:spChg>
        <pc:spChg chg="add del">
          <ac:chgData name="Karthika Vellingiri" userId="2f791443-b2b6-40db-8581-89f0c0794d11" providerId="ADAL" clId="{272279B0-242C-4D01-9A5D-29699CA56103}" dt="2025-08-10T14:23:40.364" v="188" actId="26606"/>
          <ac:spMkLst>
            <pc:docMk/>
            <pc:sldMk cId="2970176506" sldId="265"/>
            <ac:spMk id="51" creationId="{7D9439D6-DEAD-4CEB-A61B-BE3D64D1B598}"/>
          </ac:spMkLst>
        </pc:spChg>
        <pc:spChg chg="add">
          <ac:chgData name="Karthika Vellingiri" userId="2f791443-b2b6-40db-8581-89f0c0794d11" providerId="ADAL" clId="{272279B0-242C-4D01-9A5D-29699CA56103}" dt="2025-08-10T14:52:39.527" v="355" actId="26606"/>
          <ac:spMkLst>
            <pc:docMk/>
            <pc:sldMk cId="2970176506" sldId="265"/>
            <ac:spMk id="52" creationId="{53B8D6B0-55D6-48DC-86D8-FD95D5F118AB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2970176506" sldId="265"/>
            <ac:spMk id="54" creationId="{00401440-1DC9-4C9E-A3BA-4DECEEB46503}"/>
          </ac:spMkLst>
        </pc:spChg>
        <pc:spChg chg="add del">
          <ac:chgData name="Karthika Vellingiri" userId="2f791443-b2b6-40db-8581-89f0c0794d11" providerId="ADAL" clId="{272279B0-242C-4D01-9A5D-29699CA56103}" dt="2025-08-10T14:23:52.885" v="190" actId="26606"/>
          <ac:spMkLst>
            <pc:docMk/>
            <pc:sldMk cId="2970176506" sldId="265"/>
            <ac:spMk id="55" creationId="{3F4C104D-5F30-4811-9376-566B26E4719A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2970176506" sldId="265"/>
            <ac:spMk id="56" creationId="{36B822CC-7DA9-4417-AA94-64CEB676F0B8}"/>
          </ac:spMkLst>
        </pc:spChg>
        <pc:spChg chg="add del">
          <ac:chgData name="Karthika Vellingiri" userId="2f791443-b2b6-40db-8581-89f0c0794d11" providerId="ADAL" clId="{272279B0-242C-4D01-9A5D-29699CA56103}" dt="2025-08-10T14:23:52.885" v="190" actId="26606"/>
          <ac:spMkLst>
            <pc:docMk/>
            <pc:sldMk cId="2970176506" sldId="265"/>
            <ac:spMk id="57" creationId="{0815E34B-5D02-4E01-A936-E8E1C0AB6F12}"/>
          </ac:spMkLst>
        </pc:spChg>
        <pc:spChg chg="add del">
          <ac:chgData name="Karthika Vellingiri" userId="2f791443-b2b6-40db-8581-89f0c0794d11" providerId="ADAL" clId="{272279B0-242C-4D01-9A5D-29699CA56103}" dt="2025-08-10T14:19:22.757" v="110"/>
          <ac:spMkLst>
            <pc:docMk/>
            <pc:sldMk cId="2970176506" sldId="265"/>
            <ac:spMk id="58" creationId="{AFA01E88-71CC-4FF3-9E81-51E0C32B45E4}"/>
          </ac:spMkLst>
        </pc:spChg>
        <pc:spChg chg="add del">
          <ac:chgData name="Karthika Vellingiri" userId="2f791443-b2b6-40db-8581-89f0c0794d11" providerId="ADAL" clId="{272279B0-242C-4D01-9A5D-29699CA56103}" dt="2025-08-10T14:23:52.885" v="190" actId="26606"/>
          <ac:spMkLst>
            <pc:docMk/>
            <pc:sldMk cId="2970176506" sldId="265"/>
            <ac:spMk id="60" creationId="{7DE3414B-B032-4710-A468-D3285E38C5FF}"/>
          </ac:spMkLst>
        </pc:spChg>
        <pc:spChg chg="add del">
          <ac:chgData name="Karthika Vellingiri" userId="2f791443-b2b6-40db-8581-89f0c0794d11" providerId="ADAL" clId="{272279B0-242C-4D01-9A5D-29699CA56103}" dt="2025-08-10T14:22:27.298" v="161" actId="26606"/>
          <ac:spMkLst>
            <pc:docMk/>
            <pc:sldMk cId="2970176506" sldId="265"/>
            <ac:spMk id="66" creationId="{685D77DF-610F-4D0F-A3D2-4FBBC96640E4}"/>
          </ac:spMkLst>
        </pc:spChg>
        <pc:spChg chg="add del">
          <ac:chgData name="Karthika Vellingiri" userId="2f791443-b2b6-40db-8581-89f0c0794d11" providerId="ADAL" clId="{272279B0-242C-4D01-9A5D-29699CA56103}" dt="2025-08-10T14:22:27.298" v="161" actId="26606"/>
          <ac:spMkLst>
            <pc:docMk/>
            <pc:sldMk cId="2970176506" sldId="265"/>
            <ac:spMk id="67" creationId="{2513384B-399F-47B1-9ABD-172607AA4E6E}"/>
          </ac:spMkLst>
        </pc:spChg>
        <pc:spChg chg="add del mod ord">
          <ac:chgData name="Karthika Vellingiri" userId="2f791443-b2b6-40db-8581-89f0c0794d11" providerId="ADAL" clId="{272279B0-242C-4D01-9A5D-29699CA56103}" dt="2025-08-10T14:28:15.729" v="232" actId="700"/>
          <ac:spMkLst>
            <pc:docMk/>
            <pc:sldMk cId="2970176506" sldId="265"/>
            <ac:spMk id="68" creationId="{7E93B52B-11F4-B7FE-C4F2-7CD96FB6A80E}"/>
          </ac:spMkLst>
        </pc:spChg>
        <pc:spChg chg="add">
          <ac:chgData name="Karthika Vellingiri" userId="2f791443-b2b6-40db-8581-89f0c0794d11" providerId="ADAL" clId="{272279B0-242C-4D01-9A5D-29699CA56103}" dt="2025-08-10T15:02:53.192" v="450"/>
          <ac:spMkLst>
            <pc:docMk/>
            <pc:sldMk cId="2970176506" sldId="265"/>
            <ac:spMk id="71" creationId="{B529951A-9B82-9600-6EBF-F67B0C386D2C}"/>
          </ac:spMkLst>
        </pc:spChg>
        <pc:spChg chg="add">
          <ac:chgData name="Karthika Vellingiri" userId="2f791443-b2b6-40db-8581-89f0c0794d11" providerId="ADAL" clId="{272279B0-242C-4D01-9A5D-29699CA56103}" dt="2025-08-10T15:02:55.672" v="451"/>
          <ac:spMkLst>
            <pc:docMk/>
            <pc:sldMk cId="2970176506" sldId="265"/>
            <ac:spMk id="72" creationId="{6997774F-3CD5-2344-FE86-22FA7669BB62}"/>
          </ac:spMkLst>
        </pc:spChg>
        <pc:spChg chg="add mod">
          <ac:chgData name="Karthika Vellingiri" userId="2f791443-b2b6-40db-8581-89f0c0794d11" providerId="ADAL" clId="{272279B0-242C-4D01-9A5D-29699CA56103}" dt="2025-08-10T15:03:05.292" v="456"/>
          <ac:spMkLst>
            <pc:docMk/>
            <pc:sldMk cId="2970176506" sldId="265"/>
            <ac:spMk id="73" creationId="{AF587E2F-544A-2EA9-B22C-ACDC1C640CD2}"/>
          </ac:spMkLst>
        </pc:spChg>
        <pc:spChg chg="add del">
          <ac:chgData name="Karthika Vellingiri" userId="2f791443-b2b6-40db-8581-89f0c0794d11" providerId="ADAL" clId="{272279B0-242C-4D01-9A5D-29699CA56103}" dt="2025-08-10T14:28:06.633" v="223" actId="26606"/>
          <ac:spMkLst>
            <pc:docMk/>
            <pc:sldMk cId="2970176506" sldId="265"/>
            <ac:spMk id="103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4:28:06.633" v="223" actId="26606"/>
          <ac:spMkLst>
            <pc:docMk/>
            <pc:sldMk cId="2970176506" sldId="265"/>
            <ac:spMk id="105" creationId="{7326F4E6-9131-42DA-97B2-0BA8D1E258AD}"/>
          </ac:spMkLst>
        </pc:spChg>
        <pc:spChg chg="add del">
          <ac:chgData name="Karthika Vellingiri" userId="2f791443-b2b6-40db-8581-89f0c0794d11" providerId="ADAL" clId="{272279B0-242C-4D01-9A5D-29699CA56103}" dt="2025-08-10T14:28:06.633" v="223" actId="26606"/>
          <ac:spMkLst>
            <pc:docMk/>
            <pc:sldMk cId="2970176506" sldId="265"/>
            <ac:spMk id="107" creationId="{1EDD21E1-BAF0-4314-AB31-82ECB8AC9EA9}"/>
          </ac:spMkLst>
        </pc:spChg>
        <pc:spChg chg="add del">
          <ac:chgData name="Karthika Vellingiri" userId="2f791443-b2b6-40db-8581-89f0c0794d11" providerId="ADAL" clId="{272279B0-242C-4D01-9A5D-29699CA56103}" dt="2025-08-10T14:28:06.633" v="223" actId="26606"/>
          <ac:spMkLst>
            <pc:docMk/>
            <pc:sldMk cId="2970176506" sldId="265"/>
            <ac:spMk id="109" creationId="{FDC8619C-F25D-468E-95FA-2A2151D7DDD2}"/>
          </ac:spMkLst>
        </pc:spChg>
        <pc:spChg chg="add del">
          <ac:chgData name="Karthika Vellingiri" userId="2f791443-b2b6-40db-8581-89f0c0794d11" providerId="ADAL" clId="{272279B0-242C-4D01-9A5D-29699CA56103}" dt="2025-08-10T14:28:06.633" v="223" actId="26606"/>
          <ac:spMkLst>
            <pc:docMk/>
            <pc:sldMk cId="2970176506" sldId="265"/>
            <ac:spMk id="111" creationId="{7D9439D6-DEAD-4CEB-A61B-BE3D64D1B598}"/>
          </ac:spMkLst>
        </pc:spChg>
        <pc:spChg chg="add del">
          <ac:chgData name="Karthika Vellingiri" userId="2f791443-b2b6-40db-8581-89f0c0794d11" providerId="ADAL" clId="{272279B0-242C-4D01-9A5D-29699CA56103}" dt="2025-08-10T14:28:07.907" v="225" actId="26606"/>
          <ac:spMkLst>
            <pc:docMk/>
            <pc:sldMk cId="2970176506" sldId="265"/>
            <ac:spMk id="139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4:28:07.907" v="225" actId="26606"/>
          <ac:spMkLst>
            <pc:docMk/>
            <pc:sldMk cId="2970176506" sldId="265"/>
            <ac:spMk id="140" creationId="{7326F4E6-9131-42DA-97B2-0BA8D1E258AD}"/>
          </ac:spMkLst>
        </pc:spChg>
        <pc:spChg chg="add del">
          <ac:chgData name="Karthika Vellingiri" userId="2f791443-b2b6-40db-8581-89f0c0794d11" providerId="ADAL" clId="{272279B0-242C-4D01-9A5D-29699CA56103}" dt="2025-08-10T14:28:07.907" v="225" actId="26606"/>
          <ac:spMkLst>
            <pc:docMk/>
            <pc:sldMk cId="2970176506" sldId="265"/>
            <ac:spMk id="141" creationId="{763516C8-F227-4B77-9AA7-61B9A0B78253}"/>
          </ac:spMkLst>
        </pc:spChg>
        <pc:spChg chg="add del">
          <ac:chgData name="Karthika Vellingiri" userId="2f791443-b2b6-40db-8581-89f0c0794d11" providerId="ADAL" clId="{272279B0-242C-4D01-9A5D-29699CA56103}" dt="2025-08-10T14:28:07.907" v="225" actId="26606"/>
          <ac:spMkLst>
            <pc:docMk/>
            <pc:sldMk cId="2970176506" sldId="265"/>
            <ac:spMk id="142" creationId="{D91B420C-C4C8-44DF-96B2-FBD1014646FE}"/>
          </ac:spMkLst>
        </pc:spChg>
        <pc:spChg chg="add del">
          <ac:chgData name="Karthika Vellingiri" userId="2f791443-b2b6-40db-8581-89f0c0794d11" providerId="ADAL" clId="{272279B0-242C-4D01-9A5D-29699CA56103}" dt="2025-08-10T14:28:07.907" v="225" actId="26606"/>
          <ac:spMkLst>
            <pc:docMk/>
            <pc:sldMk cId="2970176506" sldId="265"/>
            <ac:spMk id="143" creationId="{070928B1-3E69-44AC-A1EE-B4E4270A7A51}"/>
          </ac:spMkLst>
        </pc:spChg>
        <pc:spChg chg="add del">
          <ac:chgData name="Karthika Vellingiri" userId="2f791443-b2b6-40db-8581-89f0c0794d11" providerId="ADAL" clId="{272279B0-242C-4D01-9A5D-29699CA56103}" dt="2025-08-10T14:28:13.761" v="227" actId="26606"/>
          <ac:spMkLst>
            <pc:docMk/>
            <pc:sldMk cId="2970176506" sldId="265"/>
            <ac:spMk id="147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4:28:13.761" v="227" actId="26606"/>
          <ac:spMkLst>
            <pc:docMk/>
            <pc:sldMk cId="2970176506" sldId="265"/>
            <ac:spMk id="148" creationId="{7326F4E6-9131-42DA-97B2-0BA8D1E258AD}"/>
          </ac:spMkLst>
        </pc:spChg>
        <pc:spChg chg="add del">
          <ac:chgData name="Karthika Vellingiri" userId="2f791443-b2b6-40db-8581-89f0c0794d11" providerId="ADAL" clId="{272279B0-242C-4D01-9A5D-29699CA56103}" dt="2025-08-10T14:28:13.761" v="227" actId="26606"/>
          <ac:spMkLst>
            <pc:docMk/>
            <pc:sldMk cId="2970176506" sldId="265"/>
            <ac:spMk id="149" creationId="{3F4C104D-5F30-4811-9376-566B26E4719A}"/>
          </ac:spMkLst>
        </pc:spChg>
        <pc:spChg chg="add del">
          <ac:chgData name="Karthika Vellingiri" userId="2f791443-b2b6-40db-8581-89f0c0794d11" providerId="ADAL" clId="{272279B0-242C-4D01-9A5D-29699CA56103}" dt="2025-08-10T14:28:13.761" v="227" actId="26606"/>
          <ac:spMkLst>
            <pc:docMk/>
            <pc:sldMk cId="2970176506" sldId="265"/>
            <ac:spMk id="150" creationId="{0815E34B-5D02-4E01-A936-E8E1C0AB6F12}"/>
          </ac:spMkLst>
        </pc:spChg>
        <pc:spChg chg="add del">
          <ac:chgData name="Karthika Vellingiri" userId="2f791443-b2b6-40db-8581-89f0c0794d11" providerId="ADAL" clId="{272279B0-242C-4D01-9A5D-29699CA56103}" dt="2025-08-10T14:28:13.761" v="227" actId="26606"/>
          <ac:spMkLst>
            <pc:docMk/>
            <pc:sldMk cId="2970176506" sldId="265"/>
            <ac:spMk id="151" creationId="{7DE3414B-B032-4710-A468-D3285E38C5FF}"/>
          </ac:spMkLst>
        </pc:spChg>
        <pc:grpChg chg="add del">
          <ac:chgData name="Karthika Vellingiri" userId="2f791443-b2b6-40db-8581-89f0c0794d11" providerId="ADAL" clId="{272279B0-242C-4D01-9A5D-29699CA56103}" dt="2025-08-10T14:22:27.298" v="161" actId="26606"/>
          <ac:grpSpMkLst>
            <pc:docMk/>
            <pc:sldMk cId="2970176506" sldId="265"/>
            <ac:grpSpMk id="40" creationId="{AAD68EE7-6E6F-4168-83FE-BCDDC20F569D}"/>
          </ac:grpSpMkLst>
        </pc:grpChg>
        <pc:grpChg chg="add del">
          <ac:chgData name="Karthika Vellingiri" userId="2f791443-b2b6-40db-8581-89f0c0794d11" providerId="ADAL" clId="{272279B0-242C-4D01-9A5D-29699CA56103}" dt="2025-08-10T14:22:27.298" v="161" actId="26606"/>
          <ac:grpSpMkLst>
            <pc:docMk/>
            <pc:sldMk cId="2970176506" sldId="265"/>
            <ac:grpSpMk id="53" creationId="{4D8D5B2B-7539-4692-96C7-956FDD481D65}"/>
          </ac:grpSpMkLst>
        </pc:grpChg>
        <pc:grpChg chg="add del">
          <ac:chgData name="Karthika Vellingiri" userId="2f791443-b2b6-40db-8581-89f0c0794d11" providerId="ADAL" clId="{272279B0-242C-4D01-9A5D-29699CA56103}" dt="2025-08-10T14:28:06.633" v="223" actId="26606"/>
          <ac:grpSpMkLst>
            <pc:docMk/>
            <pc:sldMk cId="2970176506" sldId="265"/>
            <ac:grpSpMk id="75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28:06.633" v="223" actId="26606"/>
          <ac:grpSpMkLst>
            <pc:docMk/>
            <pc:sldMk cId="2970176506" sldId="265"/>
            <ac:grpSpMk id="89" creationId="{E312DBA5-56D8-42B2-BA94-28168C2A6703}"/>
          </ac:grpSpMkLst>
        </pc:grpChg>
        <pc:grpChg chg="add del">
          <ac:chgData name="Karthika Vellingiri" userId="2f791443-b2b6-40db-8581-89f0c0794d11" providerId="ADAL" clId="{272279B0-242C-4D01-9A5D-29699CA56103}" dt="2025-08-10T14:28:07.907" v="225" actId="26606"/>
          <ac:grpSpMkLst>
            <pc:docMk/>
            <pc:sldMk cId="2970176506" sldId="265"/>
            <ac:grpSpMk id="113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28:07.907" v="225" actId="26606"/>
          <ac:grpSpMkLst>
            <pc:docMk/>
            <pc:sldMk cId="2970176506" sldId="265"/>
            <ac:grpSpMk id="126" creationId="{E312DBA5-56D8-42B2-BA94-28168C2A6703}"/>
          </ac:grpSpMkLst>
        </pc:grpChg>
        <pc:grpChg chg="add del">
          <ac:chgData name="Karthika Vellingiri" userId="2f791443-b2b6-40db-8581-89f0c0794d11" providerId="ADAL" clId="{272279B0-242C-4D01-9A5D-29699CA56103}" dt="2025-08-10T14:28:13.761" v="227" actId="26606"/>
          <ac:grpSpMkLst>
            <pc:docMk/>
            <pc:sldMk cId="2970176506" sldId="265"/>
            <ac:grpSpMk id="145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28:13.761" v="227" actId="26606"/>
          <ac:grpSpMkLst>
            <pc:docMk/>
            <pc:sldMk cId="2970176506" sldId="265"/>
            <ac:grpSpMk id="146" creationId="{E312DBA5-56D8-42B2-BA94-28168C2A6703}"/>
          </ac:grpSpMkLst>
        </pc:grpChg>
        <pc:graphicFrameChg chg="add mod">
          <ac:chgData name="Karthika Vellingiri" userId="2f791443-b2b6-40db-8581-89f0c0794d11" providerId="ADAL" clId="{272279B0-242C-4D01-9A5D-29699CA56103}" dt="2025-08-10T14:24:11.716" v="193" actId="12084"/>
          <ac:graphicFrameMkLst>
            <pc:docMk/>
            <pc:sldMk cId="2970176506" sldId="265"/>
            <ac:graphicFrameMk id="7" creationId="{4F13A18C-F61F-6660-A6C8-80EABC17A1A7}"/>
          </ac:graphicFrameMkLst>
        </pc:graphicFrameChg>
        <pc:graphicFrameChg chg="add del">
          <ac:chgData name="Karthika Vellingiri" userId="2f791443-b2b6-40db-8581-89f0c0794d11" providerId="ADAL" clId="{272279B0-242C-4D01-9A5D-29699CA56103}" dt="2025-08-10T14:23:52.885" v="190" actId="26606"/>
          <ac:graphicFrameMkLst>
            <pc:docMk/>
            <pc:sldMk cId="2970176506" sldId="265"/>
            <ac:graphicFrameMk id="59" creationId="{DBD87C1F-4CF9-3348-A9D1-7D28B58CEE42}"/>
          </ac:graphicFrameMkLst>
        </pc:graphicFrameChg>
        <pc:picChg chg="add del mod ord">
          <ac:chgData name="Karthika Vellingiri" userId="2f791443-b2b6-40db-8581-89f0c0794d11" providerId="ADAL" clId="{272279B0-242C-4D01-9A5D-29699CA56103}" dt="2025-08-10T14:52:39.527" v="355" actId="26606"/>
          <ac:picMkLst>
            <pc:docMk/>
            <pc:sldMk cId="2970176506" sldId="265"/>
            <ac:picMk id="5" creationId="{320FB0FF-8518-4BC2-20DC-51F403994AFF}"/>
          </ac:picMkLst>
        </pc:picChg>
        <pc:picChg chg="add mod">
          <ac:chgData name="Karthika Vellingiri" userId="2f791443-b2b6-40db-8581-89f0c0794d11" providerId="ADAL" clId="{272279B0-242C-4D01-9A5D-29699CA56103}" dt="2025-08-10T14:28:14.221" v="229" actId="931"/>
          <ac:picMkLst>
            <pc:docMk/>
            <pc:sldMk cId="2970176506" sldId="265"/>
            <ac:picMk id="70" creationId="{8AF8D9EA-CDF0-7E01-4558-24B340E67F5D}"/>
          </ac:picMkLst>
        </pc:picChg>
      </pc:sldChg>
      <pc:sldChg chg="addSp delSp modSp new mod setBg modClrScheme addAnim delAnim setClrOvrMap delDesignElem chgLayout modNotesTx">
        <pc:chgData name="Karthika Vellingiri" userId="2f791443-b2b6-40db-8581-89f0c0794d11" providerId="ADAL" clId="{272279B0-242C-4D01-9A5D-29699CA56103}" dt="2025-08-10T15:24:25.150" v="629" actId="6549"/>
        <pc:sldMkLst>
          <pc:docMk/>
          <pc:sldMk cId="2321883962" sldId="266"/>
        </pc:sldMkLst>
        <pc:spChg chg="mod ord">
          <ac:chgData name="Karthika Vellingiri" userId="2f791443-b2b6-40db-8581-89f0c0794d11" providerId="ADAL" clId="{272279B0-242C-4D01-9A5D-29699CA56103}" dt="2025-08-10T15:00:24.984" v="449" actId="26606"/>
          <ac:spMkLst>
            <pc:docMk/>
            <pc:sldMk cId="2321883962" sldId="266"/>
            <ac:spMk id="2" creationId="{00398F28-36E6-F2A6-717A-368A6E69FF13}"/>
          </ac:spMkLst>
        </pc:spChg>
        <pc:spChg chg="del mod ord">
          <ac:chgData name="Karthika Vellingiri" userId="2f791443-b2b6-40db-8581-89f0c0794d11" providerId="ADAL" clId="{272279B0-242C-4D01-9A5D-29699CA56103}" dt="2025-08-10T14:29:50.501" v="269"/>
          <ac:spMkLst>
            <pc:docMk/>
            <pc:sldMk cId="2321883962" sldId="266"/>
            <ac:spMk id="3" creationId="{A54AEC8E-EE6E-9EE4-13F1-11E7DD6BAF3F}"/>
          </ac:spMkLst>
        </pc:spChg>
        <pc:spChg chg="add del mod ord">
          <ac:chgData name="Karthika Vellingiri" userId="2f791443-b2b6-40db-8581-89f0c0794d11" providerId="ADAL" clId="{272279B0-242C-4D01-9A5D-29699CA56103}" dt="2025-08-10T14:29:25.379" v="260" actId="931"/>
          <ac:spMkLst>
            <pc:docMk/>
            <pc:sldMk cId="2321883962" sldId="266"/>
            <ac:spMk id="4" creationId="{DEBFA906-6DF9-FE89-C8B2-69C7F0F8201C}"/>
          </ac:spMkLst>
        </pc:spChg>
        <pc:spChg chg="add">
          <ac:chgData name="Karthika Vellingiri" userId="2f791443-b2b6-40db-8581-89f0c0794d11" providerId="ADAL" clId="{272279B0-242C-4D01-9A5D-29699CA56103}" dt="2025-08-10T14:29:14.738" v="250"/>
          <ac:spMkLst>
            <pc:docMk/>
            <pc:sldMk cId="2321883962" sldId="266"/>
            <ac:spMk id="7" creationId="{AA1E9A43-9ADE-CDEB-6FDC-33888C9B8838}"/>
          </ac:spMkLst>
        </pc:spChg>
        <pc:spChg chg="add mod">
          <ac:chgData name="Karthika Vellingiri" userId="2f791443-b2b6-40db-8581-89f0c0794d11" providerId="ADAL" clId="{272279B0-242C-4D01-9A5D-29699CA56103}" dt="2025-08-10T14:29:21.080" v="253"/>
          <ac:spMkLst>
            <pc:docMk/>
            <pc:sldMk cId="2321883962" sldId="266"/>
            <ac:spMk id="8" creationId="{ACFD6B2C-AD35-A6F1-A8AA-EAF991FDFC5D}"/>
          </ac:spMkLst>
        </pc:spChg>
        <pc:spChg chg="add">
          <ac:chgData name="Karthika Vellingiri" userId="2f791443-b2b6-40db-8581-89f0c0794d11" providerId="ADAL" clId="{272279B0-242C-4D01-9A5D-29699CA56103}" dt="2025-08-10T14:29:27.872" v="262"/>
          <ac:spMkLst>
            <pc:docMk/>
            <pc:sldMk cId="2321883962" sldId="266"/>
            <ac:spMk id="9" creationId="{4D2F6C29-6C50-A542-DD48-2B19497CFE6A}"/>
          </ac:spMkLst>
        </pc:spChg>
        <pc:spChg chg="add mod">
          <ac:chgData name="Karthika Vellingiri" userId="2f791443-b2b6-40db-8581-89f0c0794d11" providerId="ADAL" clId="{272279B0-242C-4D01-9A5D-29699CA56103}" dt="2025-08-10T14:29:35.899" v="265"/>
          <ac:spMkLst>
            <pc:docMk/>
            <pc:sldMk cId="2321883962" sldId="266"/>
            <ac:spMk id="10" creationId="{76F6B392-000B-73A6-1C62-97357026BC53}"/>
          </ac:spMkLst>
        </pc:spChg>
        <pc:spChg chg="add">
          <ac:chgData name="Karthika Vellingiri" userId="2f791443-b2b6-40db-8581-89f0c0794d11" providerId="ADAL" clId="{272279B0-242C-4D01-9A5D-29699CA56103}" dt="2025-08-10T14:29:43.491" v="267"/>
          <ac:spMkLst>
            <pc:docMk/>
            <pc:sldMk cId="2321883962" sldId="266"/>
            <ac:spMk id="24" creationId="{68667BE7-EB5D-7FB6-9F46-AE0ACF3F654B}"/>
          </ac:spMkLst>
        </pc:spChg>
        <pc:spChg chg="add del mod ord">
          <ac:chgData name="Karthika Vellingiri" userId="2f791443-b2b6-40db-8581-89f0c0794d11" providerId="ADAL" clId="{272279B0-242C-4D01-9A5D-29699CA56103}" dt="2025-08-10T15:00:24.984" v="449" actId="26606"/>
          <ac:spMkLst>
            <pc:docMk/>
            <pc:sldMk cId="2321883962" sldId="266"/>
            <ac:spMk id="38" creationId="{950C10E1-DFD5-2AC6-C579-7F5DD2B5A6EC}"/>
          </ac:spMkLst>
        </pc:spChg>
        <pc:spChg chg="add del">
          <ac:chgData name="Karthika Vellingiri" userId="2f791443-b2b6-40db-8581-89f0c0794d11" providerId="ADAL" clId="{272279B0-242C-4D01-9A5D-29699CA56103}" dt="2025-08-10T14:28:47.007" v="240" actId="26606"/>
          <ac:spMkLst>
            <pc:docMk/>
            <pc:sldMk cId="2321883962" sldId="266"/>
            <ac:spMk id="39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4:28:47.007" v="240" actId="26606"/>
          <ac:spMkLst>
            <pc:docMk/>
            <pc:sldMk cId="2321883962" sldId="266"/>
            <ac:spMk id="41" creationId="{3623DEAC-F39C-45D6-86DC-1033F6429528}"/>
          </ac:spMkLst>
        </pc:spChg>
        <pc:spChg chg="add del">
          <ac:chgData name="Karthika Vellingiri" userId="2f791443-b2b6-40db-8581-89f0c0794d11" providerId="ADAL" clId="{272279B0-242C-4D01-9A5D-29699CA56103}" dt="2025-08-10T15:00:24.970" v="448" actId="26606"/>
          <ac:spMkLst>
            <pc:docMk/>
            <pc:sldMk cId="2321883962" sldId="266"/>
            <ac:spMk id="42" creationId="{7D379150-F6B4-45C8-BE10-6B278AD400EB}"/>
          </ac:spMkLst>
        </pc:spChg>
        <pc:spChg chg="add del">
          <ac:chgData name="Karthika Vellingiri" userId="2f791443-b2b6-40db-8581-89f0c0794d11" providerId="ADAL" clId="{272279B0-242C-4D01-9A5D-29699CA56103}" dt="2025-08-10T14:28:47.007" v="240" actId="26606"/>
          <ac:spMkLst>
            <pc:docMk/>
            <pc:sldMk cId="2321883962" sldId="266"/>
            <ac:spMk id="43" creationId="{A692209D-B607-46C3-8560-07AF72291659}"/>
          </ac:spMkLst>
        </pc:spChg>
        <pc:spChg chg="add del">
          <ac:chgData name="Karthika Vellingiri" userId="2f791443-b2b6-40db-8581-89f0c0794d11" providerId="ADAL" clId="{272279B0-242C-4D01-9A5D-29699CA56103}" dt="2025-08-10T15:00:24.970" v="448" actId="26606"/>
          <ac:spMkLst>
            <pc:docMk/>
            <pc:sldMk cId="2321883962" sldId="266"/>
            <ac:spMk id="44" creationId="{5FFCF544-A370-4A5D-A95F-CA6E0E7191E6}"/>
          </ac:spMkLst>
        </pc:spChg>
        <pc:spChg chg="add del">
          <ac:chgData name="Karthika Vellingiri" userId="2f791443-b2b6-40db-8581-89f0c0794d11" providerId="ADAL" clId="{272279B0-242C-4D01-9A5D-29699CA56103}" dt="2025-08-10T14:28:47.007" v="240" actId="26606"/>
          <ac:spMkLst>
            <pc:docMk/>
            <pc:sldMk cId="2321883962" sldId="266"/>
            <ac:spMk id="45" creationId="{94874638-CF15-4908-BC4B-4908744D0BAF}"/>
          </ac:spMkLst>
        </pc:spChg>
        <pc:spChg chg="add del">
          <ac:chgData name="Karthika Vellingiri" userId="2f791443-b2b6-40db-8581-89f0c0794d11" providerId="ADAL" clId="{272279B0-242C-4D01-9A5D-29699CA56103}" dt="2025-08-10T14:28:47.007" v="240" actId="26606"/>
          <ac:spMkLst>
            <pc:docMk/>
            <pc:sldMk cId="2321883962" sldId="266"/>
            <ac:spMk id="47" creationId="{5F1B8348-CD6E-4561-A704-C232D9A2676D}"/>
          </ac:spMkLst>
        </pc:spChg>
        <pc:spChg chg="add del">
          <ac:chgData name="Karthika Vellingiri" userId="2f791443-b2b6-40db-8581-89f0c0794d11" providerId="ADAL" clId="{272279B0-242C-4D01-9A5D-29699CA56103}" dt="2025-08-10T15:00:24.970" v="448" actId="26606"/>
          <ac:spMkLst>
            <pc:docMk/>
            <pc:sldMk cId="2321883962" sldId="266"/>
            <ac:spMk id="49" creationId="{284B70D5-875B-433D-BDBD-1522A85D6C1D}"/>
          </ac:spMkLst>
        </pc:spChg>
        <pc:spChg chg="add del">
          <ac:chgData name="Karthika Vellingiri" userId="2f791443-b2b6-40db-8581-89f0c0794d11" providerId="ADAL" clId="{272279B0-242C-4D01-9A5D-29699CA56103}" dt="2025-08-10T15:00:24.970" v="448" actId="26606"/>
          <ac:spMkLst>
            <pc:docMk/>
            <pc:sldMk cId="2321883962" sldId="266"/>
            <ac:spMk id="53" creationId="{1E299956-A9E7-4FC1-A0B1-D590CA9730E8}"/>
          </ac:spMkLst>
        </pc:spChg>
        <pc:spChg chg="add del">
          <ac:chgData name="Karthika Vellingiri" userId="2f791443-b2b6-40db-8581-89f0c0794d11" providerId="ADAL" clId="{272279B0-242C-4D01-9A5D-29699CA56103}" dt="2025-08-10T15:00:24.970" v="448" actId="26606"/>
          <ac:spMkLst>
            <pc:docMk/>
            <pc:sldMk cId="2321883962" sldId="266"/>
            <ac:spMk id="55" creationId="{17FC539C-B783-4B03-9F9E-D13430F3F64F}"/>
          </ac:spMkLst>
        </pc:spChg>
        <pc:spChg chg="add">
          <ac:chgData name="Karthika Vellingiri" userId="2f791443-b2b6-40db-8581-89f0c0794d11" providerId="ADAL" clId="{272279B0-242C-4D01-9A5D-29699CA56103}" dt="2025-08-10T15:00:24.984" v="449" actId="26606"/>
          <ac:spMkLst>
            <pc:docMk/>
            <pc:sldMk cId="2321883962" sldId="266"/>
            <ac:spMk id="60" creationId="{7D379150-F6B4-45C8-BE10-6B278AD400EB}"/>
          </ac:spMkLst>
        </pc:spChg>
        <pc:spChg chg="add">
          <ac:chgData name="Karthika Vellingiri" userId="2f791443-b2b6-40db-8581-89f0c0794d11" providerId="ADAL" clId="{272279B0-242C-4D01-9A5D-29699CA56103}" dt="2025-08-10T15:00:24.984" v="449" actId="26606"/>
          <ac:spMkLst>
            <pc:docMk/>
            <pc:sldMk cId="2321883962" sldId="266"/>
            <ac:spMk id="61" creationId="{5FFCF544-A370-4A5D-A95F-CA6E0E7191E6}"/>
          </ac:spMkLst>
        </pc:spChg>
        <pc:spChg chg="add">
          <ac:chgData name="Karthika Vellingiri" userId="2f791443-b2b6-40db-8581-89f0c0794d11" providerId="ADAL" clId="{272279B0-242C-4D01-9A5D-29699CA56103}" dt="2025-08-10T15:00:24.984" v="449" actId="26606"/>
          <ac:spMkLst>
            <pc:docMk/>
            <pc:sldMk cId="2321883962" sldId="266"/>
            <ac:spMk id="63" creationId="{52ABB703-2B0E-4C3B-B4A2-F3973548E561}"/>
          </ac:spMkLst>
        </pc:spChg>
        <pc:spChg chg="add">
          <ac:chgData name="Karthika Vellingiri" userId="2f791443-b2b6-40db-8581-89f0c0794d11" providerId="ADAL" clId="{272279B0-242C-4D01-9A5D-29699CA56103}" dt="2025-08-10T15:00:24.984" v="449" actId="26606"/>
          <ac:spMkLst>
            <pc:docMk/>
            <pc:sldMk cId="2321883962" sldId="266"/>
            <ac:spMk id="65" creationId="{E95DA498-D9A2-4DA9-B9DA-B3776E08CF7E}"/>
          </ac:spMkLst>
        </pc:spChg>
        <pc:spChg chg="add">
          <ac:chgData name="Karthika Vellingiri" userId="2f791443-b2b6-40db-8581-89f0c0794d11" providerId="ADAL" clId="{272279B0-242C-4D01-9A5D-29699CA56103}" dt="2025-08-10T15:00:24.984" v="449" actId="26606"/>
          <ac:spMkLst>
            <pc:docMk/>
            <pc:sldMk cId="2321883962" sldId="266"/>
            <ac:spMk id="66" creationId="{82A73093-4B9D-420D-B17E-52293703A1D4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2321883962" sldId="266"/>
            <ac:spMk id="71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4:28:51.301" v="242" actId="26606"/>
          <ac:spMkLst>
            <pc:docMk/>
            <pc:sldMk cId="2321883962" sldId="266"/>
            <ac:spMk id="73" creationId="{46FA917F-43A3-4FA3-A085-59D0DC397EFA}"/>
          </ac:spMkLst>
        </pc:spChg>
        <pc:spChg chg="add del">
          <ac:chgData name="Karthika Vellingiri" userId="2f791443-b2b6-40db-8581-89f0c0794d11" providerId="ADAL" clId="{272279B0-242C-4D01-9A5D-29699CA56103}" dt="2025-08-10T14:28:51.301" v="242" actId="26606"/>
          <ac:spMkLst>
            <pc:docMk/>
            <pc:sldMk cId="2321883962" sldId="266"/>
            <ac:spMk id="74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4:28:51.301" v="242" actId="26606"/>
          <ac:spMkLst>
            <pc:docMk/>
            <pc:sldMk cId="2321883962" sldId="266"/>
            <ac:spMk id="75" creationId="{9CBF007B-8C8C-4F79-B037-9F4C61F9F954}"/>
          </ac:spMkLst>
        </pc:spChg>
        <pc:spChg chg="add del">
          <ac:chgData name="Karthika Vellingiri" userId="2f791443-b2b6-40db-8581-89f0c0794d11" providerId="ADAL" clId="{272279B0-242C-4D01-9A5D-29699CA56103}" dt="2025-08-10T14:28:51.301" v="242" actId="26606"/>
          <ac:spMkLst>
            <pc:docMk/>
            <pc:sldMk cId="2321883962" sldId="266"/>
            <ac:spMk id="76" creationId="{3623DEAC-F39C-45D6-86DC-1033F6429528}"/>
          </ac:spMkLst>
        </pc:spChg>
        <pc:spChg chg="add del">
          <ac:chgData name="Karthika Vellingiri" userId="2f791443-b2b6-40db-8581-89f0c0794d11" providerId="ADAL" clId="{272279B0-242C-4D01-9A5D-29699CA56103}" dt="2025-08-10T14:28:51.301" v="242" actId="26606"/>
          <ac:spMkLst>
            <pc:docMk/>
            <pc:sldMk cId="2321883962" sldId="266"/>
            <ac:spMk id="77" creationId="{CADF4631-3C8F-45EE-8D19-4D3E8426B34A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2321883962" sldId="266"/>
            <ac:spMk id="79" creationId="{7DE3414B-B032-4710-A468-D3285E38C5FF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2321883962" sldId="266"/>
            <ac:spMk id="82" creationId="{7326F4E6-9131-42DA-97B2-0BA8D1E258AD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2321883962" sldId="266"/>
            <ac:spMk id="83" creationId="{3F4C104D-5F30-4811-9376-566B26E4719A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2321883962" sldId="266"/>
            <ac:spMk id="84" creationId="{0815E34B-5D02-4E01-A936-E8E1C0AB6F12}"/>
          </ac:spMkLst>
        </pc:spChg>
        <pc:spChg chg="add del">
          <ac:chgData name="Karthika Vellingiri" userId="2f791443-b2b6-40db-8581-89f0c0794d11" providerId="ADAL" clId="{272279B0-242C-4D01-9A5D-29699CA56103}" dt="2025-08-10T14:28:57.523" v="245" actId="26606"/>
          <ac:spMkLst>
            <pc:docMk/>
            <pc:sldMk cId="2321883962" sldId="266"/>
            <ac:spMk id="107" creationId="{DE91395A-2D18-4AF6-A0AC-AAA7189FED11}"/>
          </ac:spMkLst>
        </pc:spChg>
        <pc:spChg chg="add del">
          <ac:chgData name="Karthika Vellingiri" userId="2f791443-b2b6-40db-8581-89f0c0794d11" providerId="ADAL" clId="{272279B0-242C-4D01-9A5D-29699CA56103}" dt="2025-08-10T14:28:57.523" v="245" actId="26606"/>
          <ac:spMkLst>
            <pc:docMk/>
            <pc:sldMk cId="2321883962" sldId="266"/>
            <ac:spMk id="108" creationId="{7BD08880-457D-4C62-A3B5-6A9B0878C7E9}"/>
          </ac:spMkLst>
        </pc:spChg>
        <pc:spChg chg="add del">
          <ac:chgData name="Karthika Vellingiri" userId="2f791443-b2b6-40db-8581-89f0c0794d11" providerId="ADAL" clId="{272279B0-242C-4D01-9A5D-29699CA56103}" dt="2025-08-10T14:28:57.523" v="245" actId="26606"/>
          <ac:spMkLst>
            <pc:docMk/>
            <pc:sldMk cId="2321883962" sldId="266"/>
            <ac:spMk id="109" creationId="{FA94DED7-0A28-4AD9-8747-E94113225016}"/>
          </ac:spMkLst>
        </pc:spChg>
        <pc:spChg chg="add del">
          <ac:chgData name="Karthika Vellingiri" userId="2f791443-b2b6-40db-8581-89f0c0794d11" providerId="ADAL" clId="{272279B0-242C-4D01-9A5D-29699CA56103}" dt="2025-08-10T14:28:57.523" v="245" actId="26606"/>
          <ac:spMkLst>
            <pc:docMk/>
            <pc:sldMk cId="2321883962" sldId="266"/>
            <ac:spMk id="110" creationId="{6F175609-91A3-416E-BC3D-7548FDE02910}"/>
          </ac:spMkLst>
        </pc:spChg>
        <pc:spChg chg="add del">
          <ac:chgData name="Karthika Vellingiri" userId="2f791443-b2b6-40db-8581-89f0c0794d11" providerId="ADAL" clId="{272279B0-242C-4D01-9A5D-29699CA56103}" dt="2025-08-10T14:28:57.523" v="245" actId="26606"/>
          <ac:spMkLst>
            <pc:docMk/>
            <pc:sldMk cId="2321883962" sldId="266"/>
            <ac:spMk id="111" creationId="{9A3B0D54-9DF0-4FF8-A0AA-B4234DF358EF}"/>
          </ac:spMkLst>
        </pc:spChg>
        <pc:spChg chg="add del">
          <ac:chgData name="Karthika Vellingiri" userId="2f791443-b2b6-40db-8581-89f0c0794d11" providerId="ADAL" clId="{272279B0-242C-4D01-9A5D-29699CA56103}" dt="2025-08-10T14:28:57.523" v="245" actId="26606"/>
          <ac:spMkLst>
            <pc:docMk/>
            <pc:sldMk cId="2321883962" sldId="266"/>
            <ac:spMk id="112" creationId="{64D236DE-BD07-488F-B236-DDEEFFF720FF}"/>
          </ac:spMkLst>
        </pc:spChg>
        <pc:spChg chg="add del">
          <ac:chgData name="Karthika Vellingiri" userId="2f791443-b2b6-40db-8581-89f0c0794d11" providerId="ADAL" clId="{272279B0-242C-4D01-9A5D-29699CA56103}" dt="2025-08-10T14:28:58.339" v="247" actId="26606"/>
          <ac:spMkLst>
            <pc:docMk/>
            <pc:sldMk cId="2321883962" sldId="266"/>
            <ac:spMk id="116" creationId="{DE91395A-2D18-4AF6-A0AC-AAA7189FED11}"/>
          </ac:spMkLst>
        </pc:spChg>
        <pc:spChg chg="add del">
          <ac:chgData name="Karthika Vellingiri" userId="2f791443-b2b6-40db-8581-89f0c0794d11" providerId="ADAL" clId="{272279B0-242C-4D01-9A5D-29699CA56103}" dt="2025-08-10T14:28:58.339" v="247" actId="26606"/>
          <ac:spMkLst>
            <pc:docMk/>
            <pc:sldMk cId="2321883962" sldId="266"/>
            <ac:spMk id="117" creationId="{7BD08880-457D-4C62-A3B5-6A9B0878C7E9}"/>
          </ac:spMkLst>
        </pc:spChg>
        <pc:spChg chg="add del">
          <ac:chgData name="Karthika Vellingiri" userId="2f791443-b2b6-40db-8581-89f0c0794d11" providerId="ADAL" clId="{272279B0-242C-4D01-9A5D-29699CA56103}" dt="2025-08-10T14:28:58.339" v="247" actId="26606"/>
          <ac:spMkLst>
            <pc:docMk/>
            <pc:sldMk cId="2321883962" sldId="266"/>
            <ac:spMk id="118" creationId="{95FFA5E0-4C70-431D-A19D-18415F6C4009}"/>
          </ac:spMkLst>
        </pc:spChg>
        <pc:spChg chg="add del">
          <ac:chgData name="Karthika Vellingiri" userId="2f791443-b2b6-40db-8581-89f0c0794d11" providerId="ADAL" clId="{272279B0-242C-4D01-9A5D-29699CA56103}" dt="2025-08-10T14:28:58.339" v="247" actId="26606"/>
          <ac:spMkLst>
            <pc:docMk/>
            <pc:sldMk cId="2321883962" sldId="266"/>
            <ac:spMk id="119" creationId="{BBE55C11-4C41-45E4-A00F-83DEE6BB51A8}"/>
          </ac:spMkLst>
        </pc:spChg>
        <pc:spChg chg="add del">
          <ac:chgData name="Karthika Vellingiri" userId="2f791443-b2b6-40db-8581-89f0c0794d11" providerId="ADAL" clId="{272279B0-242C-4D01-9A5D-29699CA56103}" dt="2025-08-10T14:29:21.916" v="256" actId="26606"/>
          <ac:spMkLst>
            <pc:docMk/>
            <pc:sldMk cId="2321883962" sldId="266"/>
            <ac:spMk id="123" creationId="{DE91395A-2D18-4AF6-A0AC-AAA7189FED11}"/>
          </ac:spMkLst>
        </pc:spChg>
        <pc:spChg chg="add del">
          <ac:chgData name="Karthika Vellingiri" userId="2f791443-b2b6-40db-8581-89f0c0794d11" providerId="ADAL" clId="{272279B0-242C-4D01-9A5D-29699CA56103}" dt="2025-08-10T14:29:21.916" v="256" actId="26606"/>
          <ac:spMkLst>
            <pc:docMk/>
            <pc:sldMk cId="2321883962" sldId="266"/>
            <ac:spMk id="124" creationId="{7BD08880-457D-4C62-A3B5-6A9B0878C7E9}"/>
          </ac:spMkLst>
        </pc:spChg>
        <pc:spChg chg="add del">
          <ac:chgData name="Karthika Vellingiri" userId="2f791443-b2b6-40db-8581-89f0c0794d11" providerId="ADAL" clId="{272279B0-242C-4D01-9A5D-29699CA56103}" dt="2025-08-10T14:29:21.916" v="256" actId="26606"/>
          <ac:spMkLst>
            <pc:docMk/>
            <pc:sldMk cId="2321883962" sldId="266"/>
            <ac:spMk id="125" creationId="{FA94DED7-0A28-4AD9-8747-E94113225016}"/>
          </ac:spMkLst>
        </pc:spChg>
        <pc:spChg chg="add del">
          <ac:chgData name="Karthika Vellingiri" userId="2f791443-b2b6-40db-8581-89f0c0794d11" providerId="ADAL" clId="{272279B0-242C-4D01-9A5D-29699CA56103}" dt="2025-08-10T14:29:21.916" v="256" actId="26606"/>
          <ac:spMkLst>
            <pc:docMk/>
            <pc:sldMk cId="2321883962" sldId="266"/>
            <ac:spMk id="126" creationId="{6F175609-91A3-416E-BC3D-7548FDE02910}"/>
          </ac:spMkLst>
        </pc:spChg>
        <pc:spChg chg="add del">
          <ac:chgData name="Karthika Vellingiri" userId="2f791443-b2b6-40db-8581-89f0c0794d11" providerId="ADAL" clId="{272279B0-242C-4D01-9A5D-29699CA56103}" dt="2025-08-10T14:29:21.916" v="256" actId="26606"/>
          <ac:spMkLst>
            <pc:docMk/>
            <pc:sldMk cId="2321883962" sldId="266"/>
            <ac:spMk id="127" creationId="{9A3B0D54-9DF0-4FF8-A0AA-B4234DF358EF}"/>
          </ac:spMkLst>
        </pc:spChg>
        <pc:grpChg chg="add del">
          <ac:chgData name="Karthika Vellingiri" userId="2f791443-b2b6-40db-8581-89f0c0794d11" providerId="ADAL" clId="{272279B0-242C-4D01-9A5D-29699CA56103}" dt="2025-08-10T14:28:47.007" v="240" actId="26606"/>
          <ac:grpSpMkLst>
            <pc:docMk/>
            <pc:sldMk cId="2321883962" sldId="266"/>
            <ac:grpSpMk id="11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28:47.007" v="240" actId="26606"/>
          <ac:grpSpMkLst>
            <pc:docMk/>
            <pc:sldMk cId="2321883962" sldId="266"/>
            <ac:grpSpMk id="25" creationId="{E312DBA5-56D8-42B2-BA94-28168C2A6703}"/>
          </ac:grpSpMkLst>
        </pc:grpChg>
        <pc:grpChg chg="add del">
          <ac:chgData name="Karthika Vellingiri" userId="2f791443-b2b6-40db-8581-89f0c0794d11" providerId="ADAL" clId="{272279B0-242C-4D01-9A5D-29699CA56103}" dt="2025-08-10T14:50:09.402" v="312"/>
          <ac:grpSpMkLst>
            <pc:docMk/>
            <pc:sldMk cId="2321883962" sldId="266"/>
            <ac:grpSpMk id="40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50:09.402" v="312"/>
          <ac:grpSpMkLst>
            <pc:docMk/>
            <pc:sldMk cId="2321883962" sldId="266"/>
            <ac:grpSpMk id="57" creationId="{E312DBA5-56D8-42B2-BA94-28168C2A6703}"/>
          </ac:grpSpMkLst>
        </pc:grpChg>
        <pc:grpChg chg="add del">
          <ac:chgData name="Karthika Vellingiri" userId="2f791443-b2b6-40db-8581-89f0c0794d11" providerId="ADAL" clId="{272279B0-242C-4D01-9A5D-29699CA56103}" dt="2025-08-10T14:28:51.301" v="242" actId="26606"/>
          <ac:grpSpMkLst>
            <pc:docMk/>
            <pc:sldMk cId="2321883962" sldId="266"/>
            <ac:grpSpMk id="58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28:51.301" v="242" actId="26606"/>
          <ac:grpSpMkLst>
            <pc:docMk/>
            <pc:sldMk cId="2321883962" sldId="266"/>
            <ac:grpSpMk id="59" creationId="{6A54B62D-FC5C-4E1A-8D8B-279576FE5379}"/>
          </ac:grpSpMkLst>
        </pc:grpChg>
        <pc:grpChg chg="add del">
          <ac:chgData name="Karthika Vellingiri" userId="2f791443-b2b6-40db-8581-89f0c0794d11" providerId="ADAL" clId="{272279B0-242C-4D01-9A5D-29699CA56103}" dt="2025-08-10T14:28:57.523" v="245" actId="26606"/>
          <ac:grpSpMkLst>
            <pc:docMk/>
            <pc:sldMk cId="2321883962" sldId="266"/>
            <ac:grpSpMk id="94" creationId="{520234FB-542E-4550-9C2F-1B56FD41A1CA}"/>
          </ac:grpSpMkLst>
        </pc:grpChg>
        <pc:grpChg chg="add del">
          <ac:chgData name="Karthika Vellingiri" userId="2f791443-b2b6-40db-8581-89f0c0794d11" providerId="ADAL" clId="{272279B0-242C-4D01-9A5D-29699CA56103}" dt="2025-08-10T14:28:58.339" v="247" actId="26606"/>
          <ac:grpSpMkLst>
            <pc:docMk/>
            <pc:sldMk cId="2321883962" sldId="266"/>
            <ac:grpSpMk id="114" creationId="{7398C59F-5A18-487B-91D6-B955AACF2E50}"/>
          </ac:grpSpMkLst>
        </pc:grpChg>
        <pc:grpChg chg="add del">
          <ac:chgData name="Karthika Vellingiri" userId="2f791443-b2b6-40db-8581-89f0c0794d11" providerId="ADAL" clId="{272279B0-242C-4D01-9A5D-29699CA56103}" dt="2025-08-10T14:28:58.339" v="247" actId="26606"/>
          <ac:grpSpMkLst>
            <pc:docMk/>
            <pc:sldMk cId="2321883962" sldId="266"/>
            <ac:grpSpMk id="115" creationId="{520234FB-542E-4550-9C2F-1B56FD41A1CA}"/>
          </ac:grpSpMkLst>
        </pc:grpChg>
        <pc:grpChg chg="add del">
          <ac:chgData name="Karthika Vellingiri" userId="2f791443-b2b6-40db-8581-89f0c0794d11" providerId="ADAL" clId="{272279B0-242C-4D01-9A5D-29699CA56103}" dt="2025-08-10T14:29:21.916" v="256" actId="26606"/>
          <ac:grpSpMkLst>
            <pc:docMk/>
            <pc:sldMk cId="2321883962" sldId="266"/>
            <ac:grpSpMk id="121" creationId="{7398C59F-5A18-487B-91D6-B955AACF2E50}"/>
          </ac:grpSpMkLst>
        </pc:grpChg>
        <pc:grpChg chg="add del">
          <ac:chgData name="Karthika Vellingiri" userId="2f791443-b2b6-40db-8581-89f0c0794d11" providerId="ADAL" clId="{272279B0-242C-4D01-9A5D-29699CA56103}" dt="2025-08-10T14:29:21.916" v="256" actId="26606"/>
          <ac:grpSpMkLst>
            <pc:docMk/>
            <pc:sldMk cId="2321883962" sldId="266"/>
            <ac:grpSpMk id="122" creationId="{520234FB-542E-4550-9C2F-1B56FD41A1CA}"/>
          </ac:grpSpMkLst>
        </pc:grpChg>
        <pc:graphicFrameChg chg="add mod">
          <ac:chgData name="Karthika Vellingiri" userId="2f791443-b2b6-40db-8581-89f0c0794d11" providerId="ADAL" clId="{272279B0-242C-4D01-9A5D-29699CA56103}" dt="2025-08-10T14:53:55.173" v="369" actId="12084"/>
          <ac:graphicFrameMkLst>
            <pc:docMk/>
            <pc:sldMk cId="2321883962" sldId="266"/>
            <ac:graphicFrameMk id="113" creationId="{00298DAC-9313-C413-5917-357EDCE17B6A}"/>
          </ac:graphicFrameMkLst>
        </pc:graphicFrameChg>
        <pc:picChg chg="add mod ord">
          <ac:chgData name="Karthika Vellingiri" userId="2f791443-b2b6-40db-8581-89f0c0794d11" providerId="ADAL" clId="{272279B0-242C-4D01-9A5D-29699CA56103}" dt="2025-08-10T15:00:24.984" v="449" actId="26606"/>
          <ac:picMkLst>
            <pc:docMk/>
            <pc:sldMk cId="2321883962" sldId="266"/>
            <ac:picMk id="6" creationId="{66737468-E859-7A9C-444A-1278E384A673}"/>
          </ac:picMkLst>
        </pc:picChg>
        <pc:cxnChg chg="add del">
          <ac:chgData name="Karthika Vellingiri" userId="2f791443-b2b6-40db-8581-89f0c0794d11" providerId="ADAL" clId="{272279B0-242C-4D01-9A5D-29699CA56103}" dt="2025-08-10T15:00:24.970" v="448" actId="26606"/>
          <ac:cxnSpMkLst>
            <pc:docMk/>
            <pc:sldMk cId="2321883962" sldId="266"/>
            <ac:cxnSpMk id="46" creationId="{6EEB3B97-A638-498B-8083-54191CE71E01}"/>
          </ac:cxnSpMkLst>
        </pc:cxnChg>
        <pc:cxnChg chg="add del">
          <ac:chgData name="Karthika Vellingiri" userId="2f791443-b2b6-40db-8581-89f0c0794d11" providerId="ADAL" clId="{272279B0-242C-4D01-9A5D-29699CA56103}" dt="2025-08-10T15:00:24.970" v="448" actId="26606"/>
          <ac:cxnSpMkLst>
            <pc:docMk/>
            <pc:sldMk cId="2321883962" sldId="266"/>
            <ac:cxnSpMk id="51" creationId="{C947DF4A-614C-4B4C-8B80-E5B9D8E8CFED}"/>
          </ac:cxnSpMkLst>
        </pc:cxnChg>
        <pc:cxnChg chg="add">
          <ac:chgData name="Karthika Vellingiri" userId="2f791443-b2b6-40db-8581-89f0c0794d11" providerId="ADAL" clId="{272279B0-242C-4D01-9A5D-29699CA56103}" dt="2025-08-10T15:00:24.984" v="449" actId="26606"/>
          <ac:cxnSpMkLst>
            <pc:docMk/>
            <pc:sldMk cId="2321883962" sldId="266"/>
            <ac:cxnSpMk id="62" creationId="{6EEB3B97-A638-498B-8083-54191CE71E01}"/>
          </ac:cxnSpMkLst>
        </pc:cxnChg>
        <pc:cxnChg chg="add">
          <ac:chgData name="Karthika Vellingiri" userId="2f791443-b2b6-40db-8581-89f0c0794d11" providerId="ADAL" clId="{272279B0-242C-4D01-9A5D-29699CA56103}" dt="2025-08-10T15:00:24.984" v="449" actId="26606"/>
          <ac:cxnSpMkLst>
            <pc:docMk/>
            <pc:sldMk cId="2321883962" sldId="266"/>
            <ac:cxnSpMk id="64" creationId="{9C21570E-E159-49A6-9891-FA397B7A92D3}"/>
          </ac:cxnSpMkLst>
        </pc:cxnChg>
      </pc:sldChg>
      <pc:sldChg chg="addSp delSp modSp new mod setBg delDesignElem modNotesTx">
        <pc:chgData name="Karthika Vellingiri" userId="2f791443-b2b6-40db-8581-89f0c0794d11" providerId="ADAL" clId="{272279B0-242C-4D01-9A5D-29699CA56103}" dt="2025-08-10T15:24:11.292" v="617" actId="20577"/>
        <pc:sldMkLst>
          <pc:docMk/>
          <pc:sldMk cId="4041497984" sldId="267"/>
        </pc:sldMkLst>
        <pc:spChg chg="mod">
          <ac:chgData name="Karthika Vellingiri" userId="2f791443-b2b6-40db-8581-89f0c0794d11" providerId="ADAL" clId="{272279B0-242C-4D01-9A5D-29699CA56103}" dt="2025-08-10T15:00:17.480" v="446" actId="113"/>
          <ac:spMkLst>
            <pc:docMk/>
            <pc:sldMk cId="4041497984" sldId="267"/>
            <ac:spMk id="2" creationId="{41E918CD-FBC4-38E6-11A1-684A135E5A8E}"/>
          </ac:spMkLst>
        </pc:spChg>
        <pc:spChg chg="del">
          <ac:chgData name="Karthika Vellingiri" userId="2f791443-b2b6-40db-8581-89f0c0794d11" providerId="ADAL" clId="{272279B0-242C-4D01-9A5D-29699CA56103}" dt="2025-08-10T14:36:58.134" v="275" actId="931"/>
          <ac:spMkLst>
            <pc:docMk/>
            <pc:sldMk cId="4041497984" sldId="267"/>
            <ac:spMk id="3" creationId="{7CD26B34-2A54-54A1-69AC-F8279702F67F}"/>
          </ac:spMkLst>
        </pc:spChg>
        <pc:spChg chg="del mod">
          <ac:chgData name="Karthika Vellingiri" userId="2f791443-b2b6-40db-8581-89f0c0794d11" providerId="ADAL" clId="{272279B0-242C-4D01-9A5D-29699CA56103}" dt="2025-08-10T14:49:07.028" v="288"/>
          <ac:spMkLst>
            <pc:docMk/>
            <pc:sldMk cId="4041497984" sldId="267"/>
            <ac:spMk id="4" creationId="{FED0AF70-21BE-5D7B-5490-951C37FB6CF5}"/>
          </ac:spMkLst>
        </pc:spChg>
        <pc:spChg chg="add mod">
          <ac:chgData name="Karthika Vellingiri" userId="2f791443-b2b6-40db-8581-89f0c0794d11" providerId="ADAL" clId="{272279B0-242C-4D01-9A5D-29699CA56103}" dt="2025-08-10T15:00:09.891" v="444" actId="26606"/>
          <ac:spMkLst>
            <pc:docMk/>
            <pc:sldMk cId="4041497984" sldId="267"/>
            <ac:spMk id="7" creationId="{F4E9133B-944E-808D-67D8-84EE679EBB38}"/>
          </ac:spMkLst>
        </pc:spChg>
        <pc:spChg chg="add del">
          <ac:chgData name="Karthika Vellingiri" userId="2f791443-b2b6-40db-8581-89f0c0794d11" providerId="ADAL" clId="{272279B0-242C-4D01-9A5D-29699CA56103}" dt="2025-08-10T14:49:48.010" v="303" actId="26606"/>
          <ac:spMkLst>
            <pc:docMk/>
            <pc:sldMk cId="4041497984" sldId="267"/>
            <ac:spMk id="11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5:00:09.891" v="444" actId="26606"/>
          <ac:spMkLst>
            <pc:docMk/>
            <pc:sldMk cId="4041497984" sldId="267"/>
            <ac:spMk id="13" creationId="{7D379150-F6B4-45C8-BE10-6B278AD400EB}"/>
          </ac:spMkLst>
        </pc:spChg>
        <pc:spChg chg="add del">
          <ac:chgData name="Karthika Vellingiri" userId="2f791443-b2b6-40db-8581-89f0c0794d11" providerId="ADAL" clId="{272279B0-242C-4D01-9A5D-29699CA56103}" dt="2025-08-10T15:00:09.891" v="444" actId="26606"/>
          <ac:spMkLst>
            <pc:docMk/>
            <pc:sldMk cId="4041497984" sldId="267"/>
            <ac:spMk id="14" creationId="{5FFCF544-A370-4A5D-A95F-CA6E0E7191E6}"/>
          </ac:spMkLst>
        </pc:spChg>
        <pc:spChg chg="add del">
          <ac:chgData name="Karthika Vellingiri" userId="2f791443-b2b6-40db-8581-89f0c0794d11" providerId="ADAL" clId="{272279B0-242C-4D01-9A5D-29699CA56103}" dt="2025-08-10T15:00:09.891" v="444" actId="26606"/>
          <ac:spMkLst>
            <pc:docMk/>
            <pc:sldMk cId="4041497984" sldId="267"/>
            <ac:spMk id="18" creationId="{284B70D5-875B-433D-BDBD-1522A85D6C1D}"/>
          </ac:spMkLst>
        </pc:spChg>
        <pc:spChg chg="add del">
          <ac:chgData name="Karthika Vellingiri" userId="2f791443-b2b6-40db-8581-89f0c0794d11" providerId="ADAL" clId="{272279B0-242C-4D01-9A5D-29699CA56103}" dt="2025-08-10T15:00:09.891" v="444" actId="26606"/>
          <ac:spMkLst>
            <pc:docMk/>
            <pc:sldMk cId="4041497984" sldId="267"/>
            <ac:spMk id="22" creationId="{1E299956-A9E7-4FC1-A0B1-D590CA9730E8}"/>
          </ac:spMkLst>
        </pc:spChg>
        <pc:spChg chg="add del">
          <ac:chgData name="Karthika Vellingiri" userId="2f791443-b2b6-40db-8581-89f0c0794d11" providerId="ADAL" clId="{272279B0-242C-4D01-9A5D-29699CA56103}" dt="2025-08-10T15:00:09.891" v="444" actId="26606"/>
          <ac:spMkLst>
            <pc:docMk/>
            <pc:sldMk cId="4041497984" sldId="267"/>
            <ac:spMk id="24" creationId="{17FC539C-B783-4B03-9F9E-D13430F3F64F}"/>
          </ac:spMkLst>
        </pc:spChg>
        <pc:spChg chg="add del">
          <ac:chgData name="Karthika Vellingiri" userId="2f791443-b2b6-40db-8581-89f0c0794d11" providerId="ADAL" clId="{272279B0-242C-4D01-9A5D-29699CA56103}" dt="2025-08-10T14:49:48.010" v="303" actId="26606"/>
          <ac:spMkLst>
            <pc:docMk/>
            <pc:sldMk cId="4041497984" sldId="267"/>
            <ac:spMk id="25" creationId="{7326F4E6-9131-42DA-97B2-0BA8D1E258AD}"/>
          </ac:spMkLst>
        </pc:spChg>
        <pc:spChg chg="add del">
          <ac:chgData name="Karthika Vellingiri" userId="2f791443-b2b6-40db-8581-89f0c0794d11" providerId="ADAL" clId="{272279B0-242C-4D01-9A5D-29699CA56103}" dt="2025-08-10T15:00:09.032" v="442" actId="26606"/>
          <ac:spMkLst>
            <pc:docMk/>
            <pc:sldMk cId="4041497984" sldId="267"/>
            <ac:spMk id="27" creationId="{53B8D6B0-55D6-48DC-86D8-FD95D5F118AB}"/>
          </ac:spMkLst>
        </pc:spChg>
        <pc:spChg chg="add del">
          <ac:chgData name="Karthika Vellingiri" userId="2f791443-b2b6-40db-8581-89f0c0794d11" providerId="ADAL" clId="{272279B0-242C-4D01-9A5D-29699CA56103}" dt="2025-08-10T15:00:09.032" v="442" actId="26606"/>
          <ac:spMkLst>
            <pc:docMk/>
            <pc:sldMk cId="4041497984" sldId="267"/>
            <ac:spMk id="31" creationId="{5FFCF544-A370-4A5D-A95F-CA6E0E7191E6}"/>
          </ac:spMkLst>
        </pc:spChg>
        <pc:spChg chg="add del">
          <ac:chgData name="Karthika Vellingiri" userId="2f791443-b2b6-40db-8581-89f0c0794d11" providerId="ADAL" clId="{272279B0-242C-4D01-9A5D-29699CA56103}" dt="2025-08-10T15:00:09.032" v="442" actId="26606"/>
          <ac:spMkLst>
            <pc:docMk/>
            <pc:sldMk cId="4041497984" sldId="267"/>
            <ac:spMk id="35" creationId="{44CC594A-A820-450F-B363-C19201FCFEC6}"/>
          </ac:spMkLst>
        </pc:spChg>
        <pc:spChg chg="add del">
          <ac:chgData name="Karthika Vellingiri" userId="2f791443-b2b6-40db-8581-89f0c0794d11" providerId="ADAL" clId="{272279B0-242C-4D01-9A5D-29699CA56103}" dt="2025-08-10T14:49:48.010" v="303" actId="26606"/>
          <ac:spMkLst>
            <pc:docMk/>
            <pc:sldMk cId="4041497984" sldId="267"/>
            <ac:spMk id="39" creationId="{763516C8-F227-4B77-9AA7-61B9A0B78253}"/>
          </ac:spMkLst>
        </pc:spChg>
        <pc:spChg chg="add del">
          <ac:chgData name="Karthika Vellingiri" userId="2f791443-b2b6-40db-8581-89f0c0794d11" providerId="ADAL" clId="{272279B0-242C-4D01-9A5D-29699CA56103}" dt="2025-08-10T14:49:22.642" v="291" actId="26606"/>
          <ac:spMkLst>
            <pc:docMk/>
            <pc:sldMk cId="4041497984" sldId="267"/>
            <ac:spMk id="40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4:49:48.010" v="303" actId="26606"/>
          <ac:spMkLst>
            <pc:docMk/>
            <pc:sldMk cId="4041497984" sldId="267"/>
            <ac:spMk id="41" creationId="{D91B420C-C4C8-44DF-96B2-FBD1014646FE}"/>
          </ac:spMkLst>
        </pc:spChg>
        <pc:spChg chg="add del">
          <ac:chgData name="Karthika Vellingiri" userId="2f791443-b2b6-40db-8581-89f0c0794d11" providerId="ADAL" clId="{272279B0-242C-4D01-9A5D-29699CA56103}" dt="2025-08-10T14:49:22.642" v="291" actId="26606"/>
          <ac:spMkLst>
            <pc:docMk/>
            <pc:sldMk cId="4041497984" sldId="267"/>
            <ac:spMk id="42" creationId="{7326F4E6-9131-42DA-97B2-0BA8D1E258AD}"/>
          </ac:spMkLst>
        </pc:spChg>
        <pc:spChg chg="add del">
          <ac:chgData name="Karthika Vellingiri" userId="2f791443-b2b6-40db-8581-89f0c0794d11" providerId="ADAL" clId="{272279B0-242C-4D01-9A5D-29699CA56103}" dt="2025-08-10T14:49:48.010" v="303" actId="26606"/>
          <ac:spMkLst>
            <pc:docMk/>
            <pc:sldMk cId="4041497984" sldId="267"/>
            <ac:spMk id="43" creationId="{070928B1-3E69-44AC-A1EE-B4E4270A7A51}"/>
          </ac:spMkLst>
        </pc:spChg>
        <pc:spChg chg="add del">
          <ac:chgData name="Karthika Vellingiri" userId="2f791443-b2b6-40db-8581-89f0c0794d11" providerId="ADAL" clId="{272279B0-242C-4D01-9A5D-29699CA56103}" dt="2025-08-10T14:49:22.642" v="291" actId="26606"/>
          <ac:spMkLst>
            <pc:docMk/>
            <pc:sldMk cId="4041497984" sldId="267"/>
            <ac:spMk id="44" creationId="{3F4C104D-5F30-4811-9376-566B26E4719A}"/>
          </ac:spMkLst>
        </pc:spChg>
        <pc:spChg chg="add del">
          <ac:chgData name="Karthika Vellingiri" userId="2f791443-b2b6-40db-8581-89f0c0794d11" providerId="ADAL" clId="{272279B0-242C-4D01-9A5D-29699CA56103}" dt="2025-08-10T14:49:22.642" v="291" actId="26606"/>
          <ac:spMkLst>
            <pc:docMk/>
            <pc:sldMk cId="4041497984" sldId="267"/>
            <ac:spMk id="46" creationId="{0815E34B-5D02-4E01-A936-E8E1C0AB6F12}"/>
          </ac:spMkLst>
        </pc:spChg>
        <pc:spChg chg="add del">
          <ac:chgData name="Karthika Vellingiri" userId="2f791443-b2b6-40db-8581-89f0c0794d11" providerId="ADAL" clId="{272279B0-242C-4D01-9A5D-29699CA56103}" dt="2025-08-10T14:49:22.642" v="291" actId="26606"/>
          <ac:spMkLst>
            <pc:docMk/>
            <pc:sldMk cId="4041497984" sldId="267"/>
            <ac:spMk id="48" creationId="{7DE3414B-B032-4710-A468-D3285E38C5FF}"/>
          </ac:spMkLst>
        </pc:spChg>
        <pc:spChg chg="add del">
          <ac:chgData name="Karthika Vellingiri" userId="2f791443-b2b6-40db-8581-89f0c0794d11" providerId="ADAL" clId="{272279B0-242C-4D01-9A5D-29699CA56103}" dt="2025-08-10T14:49:52.695" v="305" actId="26606"/>
          <ac:spMkLst>
            <pc:docMk/>
            <pc:sldMk cId="4041497984" sldId="267"/>
            <ac:spMk id="75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4:49:25.603" v="293" actId="26606"/>
          <ac:spMkLst>
            <pc:docMk/>
            <pc:sldMk cId="4041497984" sldId="267"/>
            <ac:spMk id="76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4:49:25.603" v="293" actId="26606"/>
          <ac:spMkLst>
            <pc:docMk/>
            <pc:sldMk cId="4041497984" sldId="267"/>
            <ac:spMk id="77" creationId="{7326F4E6-9131-42DA-97B2-0BA8D1E258AD}"/>
          </ac:spMkLst>
        </pc:spChg>
        <pc:spChg chg="add del">
          <ac:chgData name="Karthika Vellingiri" userId="2f791443-b2b6-40db-8581-89f0c0794d11" providerId="ADAL" clId="{272279B0-242C-4D01-9A5D-29699CA56103}" dt="2025-08-10T14:49:52.695" v="305" actId="26606"/>
          <ac:spMkLst>
            <pc:docMk/>
            <pc:sldMk cId="4041497984" sldId="267"/>
            <ac:spMk id="78" creationId="{7326F4E6-9131-42DA-97B2-0BA8D1E258AD}"/>
          </ac:spMkLst>
        </pc:spChg>
        <pc:spChg chg="add del">
          <ac:chgData name="Karthika Vellingiri" userId="2f791443-b2b6-40db-8581-89f0c0794d11" providerId="ADAL" clId="{272279B0-242C-4D01-9A5D-29699CA56103}" dt="2025-08-10T14:49:27.837" v="295" actId="26606"/>
          <ac:spMkLst>
            <pc:docMk/>
            <pc:sldMk cId="4041497984" sldId="267"/>
            <ac:spMk id="81" creationId="{DE91395A-2D18-4AF6-A0AC-AAA7189FED11}"/>
          </ac:spMkLst>
        </pc:spChg>
        <pc:spChg chg="add del">
          <ac:chgData name="Karthika Vellingiri" userId="2f791443-b2b6-40db-8581-89f0c0794d11" providerId="ADAL" clId="{272279B0-242C-4D01-9A5D-29699CA56103}" dt="2025-08-10T14:49:27.837" v="295" actId="26606"/>
          <ac:spMkLst>
            <pc:docMk/>
            <pc:sldMk cId="4041497984" sldId="267"/>
            <ac:spMk id="82" creationId="{A57352BE-A213-4040-BE8E-D4A925AD9DF8}"/>
          </ac:spMkLst>
        </pc:spChg>
        <pc:spChg chg="add del">
          <ac:chgData name="Karthika Vellingiri" userId="2f791443-b2b6-40db-8581-89f0c0794d11" providerId="ADAL" clId="{272279B0-242C-4D01-9A5D-29699CA56103}" dt="2025-08-10T14:49:27.837" v="295" actId="26606"/>
          <ac:spMkLst>
            <pc:docMk/>
            <pc:sldMk cId="4041497984" sldId="267"/>
            <ac:spMk id="83" creationId="{B2EC7880-C5D9-40A8-A6B0-3198AD07AD1B}"/>
          </ac:spMkLst>
        </pc:spChg>
        <pc:spChg chg="add del">
          <ac:chgData name="Karthika Vellingiri" userId="2f791443-b2b6-40db-8581-89f0c0794d11" providerId="ADAL" clId="{272279B0-242C-4D01-9A5D-29699CA56103}" dt="2025-08-10T14:49:27.837" v="295" actId="26606"/>
          <ac:spMkLst>
            <pc:docMk/>
            <pc:sldMk cId="4041497984" sldId="267"/>
            <ac:spMk id="84" creationId="{94543A62-A2AB-454A-878E-D3D9190D5FC7}"/>
          </ac:spMkLst>
        </pc:spChg>
        <pc:spChg chg="add del">
          <ac:chgData name="Karthika Vellingiri" userId="2f791443-b2b6-40db-8581-89f0c0794d11" providerId="ADAL" clId="{272279B0-242C-4D01-9A5D-29699CA56103}" dt="2025-08-10T14:49:27.837" v="295" actId="26606"/>
          <ac:spMkLst>
            <pc:docMk/>
            <pc:sldMk cId="4041497984" sldId="267"/>
            <ac:spMk id="85" creationId="{50553464-41F1-4160-9D02-7C5EC7013BDA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4041497984" sldId="267"/>
            <ac:spMk id="89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4041497984" sldId="267"/>
            <ac:spMk id="90" creationId="{7326F4E6-9131-42DA-97B2-0BA8D1E258AD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4041497984" sldId="267"/>
            <ac:spMk id="91" creationId="{3F4C104D-5F30-4811-9376-566B26E4719A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4041497984" sldId="267"/>
            <ac:spMk id="92" creationId="{0815E34B-5D02-4E01-A936-E8E1C0AB6F12}"/>
          </ac:spMkLst>
        </pc:spChg>
        <pc:spChg chg="add del">
          <ac:chgData name="Karthika Vellingiri" userId="2f791443-b2b6-40db-8581-89f0c0794d11" providerId="ADAL" clId="{272279B0-242C-4D01-9A5D-29699CA56103}" dt="2025-08-10T14:50:09.402" v="312"/>
          <ac:spMkLst>
            <pc:docMk/>
            <pc:sldMk cId="4041497984" sldId="267"/>
            <ac:spMk id="93" creationId="{7DE3414B-B032-4710-A468-D3285E38C5FF}"/>
          </ac:spMkLst>
        </pc:spChg>
        <pc:spChg chg="add del">
          <ac:chgData name="Karthika Vellingiri" userId="2f791443-b2b6-40db-8581-89f0c0794d11" providerId="ADAL" clId="{272279B0-242C-4D01-9A5D-29699CA56103}" dt="2025-08-10T14:49:31.183" v="297" actId="26606"/>
          <ac:spMkLst>
            <pc:docMk/>
            <pc:sldMk cId="4041497984" sldId="267"/>
            <ac:spMk id="113" creationId="{1996130F-9AB5-4DE9-8574-3AF891C5C172}"/>
          </ac:spMkLst>
        </pc:spChg>
        <pc:spChg chg="add del">
          <ac:chgData name="Karthika Vellingiri" userId="2f791443-b2b6-40db-8581-89f0c0794d11" providerId="ADAL" clId="{272279B0-242C-4D01-9A5D-29699CA56103}" dt="2025-08-10T14:49:31.183" v="297" actId="26606"/>
          <ac:spMkLst>
            <pc:docMk/>
            <pc:sldMk cId="4041497984" sldId="267"/>
            <ac:spMk id="114" creationId="{7326F4E6-9131-42DA-97B2-0BA8D1E258AD}"/>
          </ac:spMkLst>
        </pc:spChg>
        <pc:grpChg chg="add del">
          <ac:chgData name="Karthika Vellingiri" userId="2f791443-b2b6-40db-8581-89f0c0794d11" providerId="ADAL" clId="{272279B0-242C-4D01-9A5D-29699CA56103}" dt="2025-08-10T14:49:48.010" v="303" actId="26606"/>
          <ac:grpSpMkLst>
            <pc:docMk/>
            <pc:sldMk cId="4041497984" sldId="267"/>
            <ac:grpSpMk id="9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49:48.010" v="303" actId="26606"/>
          <ac:grpSpMkLst>
            <pc:docMk/>
            <pc:sldMk cId="4041497984" sldId="267"/>
            <ac:grpSpMk id="10" creationId="{E312DBA5-56D8-42B2-BA94-28168C2A6703}"/>
          </ac:grpSpMkLst>
        </pc:grpChg>
        <pc:grpChg chg="add del">
          <ac:chgData name="Karthika Vellingiri" userId="2f791443-b2b6-40db-8581-89f0c0794d11" providerId="ADAL" clId="{272279B0-242C-4D01-9A5D-29699CA56103}" dt="2025-08-10T14:49:22.642" v="291" actId="26606"/>
          <ac:grpSpMkLst>
            <pc:docMk/>
            <pc:sldMk cId="4041497984" sldId="267"/>
            <ac:grpSpMk id="12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49:22.642" v="291" actId="26606"/>
          <ac:grpSpMkLst>
            <pc:docMk/>
            <pc:sldMk cId="4041497984" sldId="267"/>
            <ac:grpSpMk id="26" creationId="{E312DBA5-56D8-42B2-BA94-28168C2A6703}"/>
          </ac:grpSpMkLst>
        </pc:grpChg>
        <pc:grpChg chg="add del">
          <ac:chgData name="Karthika Vellingiri" userId="2f791443-b2b6-40db-8581-89f0c0794d11" providerId="ADAL" clId="{272279B0-242C-4D01-9A5D-29699CA56103}" dt="2025-08-10T14:49:52.695" v="305" actId="26606"/>
          <ac:grpSpMkLst>
            <pc:docMk/>
            <pc:sldMk cId="4041497984" sldId="267"/>
            <ac:grpSpMk id="45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49:25.603" v="293" actId="26606"/>
          <ac:grpSpMkLst>
            <pc:docMk/>
            <pc:sldMk cId="4041497984" sldId="267"/>
            <ac:grpSpMk id="50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49:52.695" v="305" actId="26606"/>
          <ac:grpSpMkLst>
            <pc:docMk/>
            <pc:sldMk cId="4041497984" sldId="267"/>
            <ac:grpSpMk id="61" creationId="{E312DBA5-56D8-42B2-BA94-28168C2A6703}"/>
          </ac:grpSpMkLst>
        </pc:grpChg>
        <pc:grpChg chg="add del">
          <ac:chgData name="Karthika Vellingiri" userId="2f791443-b2b6-40db-8581-89f0c0794d11" providerId="ADAL" clId="{272279B0-242C-4D01-9A5D-29699CA56103}" dt="2025-08-10T14:49:25.603" v="293" actId="26606"/>
          <ac:grpSpMkLst>
            <pc:docMk/>
            <pc:sldMk cId="4041497984" sldId="267"/>
            <ac:grpSpMk id="63" creationId="{E312DBA5-56D8-42B2-BA94-28168C2A6703}"/>
          </ac:grpSpMkLst>
        </pc:grpChg>
        <pc:grpChg chg="add del">
          <ac:chgData name="Karthika Vellingiri" userId="2f791443-b2b6-40db-8581-89f0c0794d11" providerId="ADAL" clId="{272279B0-242C-4D01-9A5D-29699CA56103}" dt="2025-08-10T14:49:27.837" v="295" actId="26606"/>
          <ac:grpSpMkLst>
            <pc:docMk/>
            <pc:sldMk cId="4041497984" sldId="267"/>
            <ac:grpSpMk id="79" creationId="{7398C59F-5A18-487B-91D6-B955AACF2E50}"/>
          </ac:grpSpMkLst>
        </pc:grpChg>
        <pc:grpChg chg="add del">
          <ac:chgData name="Karthika Vellingiri" userId="2f791443-b2b6-40db-8581-89f0c0794d11" providerId="ADAL" clId="{272279B0-242C-4D01-9A5D-29699CA56103}" dt="2025-08-10T14:49:27.837" v="295" actId="26606"/>
          <ac:grpSpMkLst>
            <pc:docMk/>
            <pc:sldMk cId="4041497984" sldId="267"/>
            <ac:grpSpMk id="80" creationId="{520234FB-542E-4550-9C2F-1B56FD41A1CA}"/>
          </ac:grpSpMkLst>
        </pc:grpChg>
        <pc:grpChg chg="add del">
          <ac:chgData name="Karthika Vellingiri" userId="2f791443-b2b6-40db-8581-89f0c0794d11" providerId="ADAL" clId="{272279B0-242C-4D01-9A5D-29699CA56103}" dt="2025-08-10T14:50:09.402" v="312"/>
          <ac:grpSpMkLst>
            <pc:docMk/>
            <pc:sldMk cId="4041497984" sldId="267"/>
            <ac:grpSpMk id="86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49:31.183" v="297" actId="26606"/>
          <ac:grpSpMkLst>
            <pc:docMk/>
            <pc:sldMk cId="4041497984" sldId="267"/>
            <ac:grpSpMk id="87" creationId="{166BF9EE-F7AC-4FA5-AC7E-001B3A642F75}"/>
          </ac:grpSpMkLst>
        </pc:grpChg>
        <pc:grpChg chg="add del">
          <ac:chgData name="Karthika Vellingiri" userId="2f791443-b2b6-40db-8581-89f0c0794d11" providerId="ADAL" clId="{272279B0-242C-4D01-9A5D-29699CA56103}" dt="2025-08-10T14:50:09.402" v="312"/>
          <ac:grpSpMkLst>
            <pc:docMk/>
            <pc:sldMk cId="4041497984" sldId="267"/>
            <ac:grpSpMk id="88" creationId="{E312DBA5-56D8-42B2-BA94-28168C2A6703}"/>
          </ac:grpSpMkLst>
        </pc:grpChg>
        <pc:grpChg chg="add del">
          <ac:chgData name="Karthika Vellingiri" userId="2f791443-b2b6-40db-8581-89f0c0794d11" providerId="ADAL" clId="{272279B0-242C-4D01-9A5D-29699CA56103}" dt="2025-08-10T14:49:31.183" v="297" actId="26606"/>
          <ac:grpSpMkLst>
            <pc:docMk/>
            <pc:sldMk cId="4041497984" sldId="267"/>
            <ac:grpSpMk id="100" creationId="{E312DBA5-56D8-42B2-BA94-28168C2A6703}"/>
          </ac:grpSpMkLst>
        </pc:grpChg>
        <pc:picChg chg="add mod ord">
          <ac:chgData name="Karthika Vellingiri" userId="2f791443-b2b6-40db-8581-89f0c0794d11" providerId="ADAL" clId="{272279B0-242C-4D01-9A5D-29699CA56103}" dt="2025-08-10T15:00:09.891" v="444" actId="26606"/>
          <ac:picMkLst>
            <pc:docMk/>
            <pc:sldMk cId="4041497984" sldId="267"/>
            <ac:picMk id="6" creationId="{937BC9F6-2596-0AD3-9F39-9686F9D21D19}"/>
          </ac:picMkLst>
        </pc:picChg>
        <pc:cxnChg chg="add del">
          <ac:chgData name="Karthika Vellingiri" userId="2f791443-b2b6-40db-8581-89f0c0794d11" providerId="ADAL" clId="{272279B0-242C-4D01-9A5D-29699CA56103}" dt="2025-08-10T15:00:09.891" v="444" actId="26606"/>
          <ac:cxnSpMkLst>
            <pc:docMk/>
            <pc:sldMk cId="4041497984" sldId="267"/>
            <ac:cxnSpMk id="16" creationId="{6EEB3B97-A638-498B-8083-54191CE71E01}"/>
          </ac:cxnSpMkLst>
        </pc:cxnChg>
        <pc:cxnChg chg="add del">
          <ac:chgData name="Karthika Vellingiri" userId="2f791443-b2b6-40db-8581-89f0c0794d11" providerId="ADAL" clId="{272279B0-242C-4D01-9A5D-29699CA56103}" dt="2025-08-10T15:00:09.891" v="444" actId="26606"/>
          <ac:cxnSpMkLst>
            <pc:docMk/>
            <pc:sldMk cId="4041497984" sldId="267"/>
            <ac:cxnSpMk id="20" creationId="{C947DF4A-614C-4B4C-8B80-E5B9D8E8CFED}"/>
          </ac:cxnSpMkLst>
        </pc:cxnChg>
      </pc:sldChg>
      <pc:sldChg chg="addSp delSp modSp new mod setBg modNotesTx">
        <pc:chgData name="Karthika Vellingiri" userId="2f791443-b2b6-40db-8581-89f0c0794d11" providerId="ADAL" clId="{272279B0-242C-4D01-9A5D-29699CA56103}" dt="2025-08-10T15:25:20.532" v="660" actId="6549"/>
        <pc:sldMkLst>
          <pc:docMk/>
          <pc:sldMk cId="2721965878" sldId="268"/>
        </pc:sldMkLst>
        <pc:spChg chg="mod">
          <ac:chgData name="Karthika Vellingiri" userId="2f791443-b2b6-40db-8581-89f0c0794d11" providerId="ADAL" clId="{272279B0-242C-4D01-9A5D-29699CA56103}" dt="2025-08-10T14:59:08.784" v="431" actId="1076"/>
          <ac:spMkLst>
            <pc:docMk/>
            <pc:sldMk cId="2721965878" sldId="268"/>
            <ac:spMk id="2" creationId="{79F65D6C-7464-6BA5-7826-11E4BE96A1A7}"/>
          </ac:spMkLst>
        </pc:spChg>
        <pc:spChg chg="del">
          <ac:chgData name="Karthika Vellingiri" userId="2f791443-b2b6-40db-8581-89f0c0794d11" providerId="ADAL" clId="{272279B0-242C-4D01-9A5D-29699CA56103}" dt="2025-08-10T14:54:44.180" v="371" actId="931"/>
          <ac:spMkLst>
            <pc:docMk/>
            <pc:sldMk cId="2721965878" sldId="268"/>
            <ac:spMk id="3" creationId="{C1A55E78-6D74-A11A-AAA7-5DE662819DE1}"/>
          </ac:spMkLst>
        </pc:spChg>
        <pc:spChg chg="del mod">
          <ac:chgData name="Karthika Vellingiri" userId="2f791443-b2b6-40db-8581-89f0c0794d11" providerId="ADAL" clId="{272279B0-242C-4D01-9A5D-29699CA56103}" dt="2025-08-10T14:56:55.310" v="392"/>
          <ac:spMkLst>
            <pc:docMk/>
            <pc:sldMk cId="2721965878" sldId="268"/>
            <ac:spMk id="4" creationId="{0865C0BE-D5F2-4E23-6F03-3CDEF41EC105}"/>
          </ac:spMkLst>
        </pc:spChg>
        <pc:spChg chg="add mod">
          <ac:chgData name="Karthika Vellingiri" userId="2f791443-b2b6-40db-8581-89f0c0794d11" providerId="ADAL" clId="{272279B0-242C-4D01-9A5D-29699CA56103}" dt="2025-08-10T14:57:00.542" v="395" actId="26606"/>
          <ac:spMkLst>
            <pc:docMk/>
            <pc:sldMk cId="2721965878" sldId="268"/>
            <ac:spMk id="7" creationId="{F1F2E367-9E40-D141-77B7-529D164B38CC}"/>
          </ac:spMkLst>
        </pc:spChg>
        <pc:spChg chg="add del">
          <ac:chgData name="Karthika Vellingiri" userId="2f791443-b2b6-40db-8581-89f0c0794d11" providerId="ADAL" clId="{272279B0-242C-4D01-9A5D-29699CA56103}" dt="2025-08-10T14:57:00.542" v="395" actId="26606"/>
          <ac:spMkLst>
            <pc:docMk/>
            <pc:sldMk cId="2721965878" sldId="268"/>
            <ac:spMk id="8" creationId="{7D379150-F6B4-45C8-BE10-6B278AD400EB}"/>
          </ac:spMkLst>
        </pc:spChg>
        <pc:spChg chg="add del">
          <ac:chgData name="Karthika Vellingiri" userId="2f791443-b2b6-40db-8581-89f0c0794d11" providerId="ADAL" clId="{272279B0-242C-4D01-9A5D-29699CA56103}" dt="2025-08-10T14:57:00.530" v="394" actId="26606"/>
          <ac:spMkLst>
            <pc:docMk/>
            <pc:sldMk cId="2721965878" sldId="268"/>
            <ac:spMk id="9" creationId="{5FFCF544-A370-4A5D-A95F-CA6E0E7191E6}"/>
          </ac:spMkLst>
        </pc:spChg>
        <pc:spChg chg="add del">
          <ac:chgData name="Karthika Vellingiri" userId="2f791443-b2b6-40db-8581-89f0c0794d11" providerId="ADAL" clId="{272279B0-242C-4D01-9A5D-29699CA56103}" dt="2025-08-10T14:55:07.418" v="379" actId="26606"/>
          <ac:spMkLst>
            <pc:docMk/>
            <pc:sldMk cId="2721965878" sldId="268"/>
            <ac:spMk id="11" creationId="{7D379150-F6B4-45C8-BE10-6B278AD400EB}"/>
          </ac:spMkLst>
        </pc:spChg>
        <pc:spChg chg="add del">
          <ac:chgData name="Karthika Vellingiri" userId="2f791443-b2b6-40db-8581-89f0c0794d11" providerId="ADAL" clId="{272279B0-242C-4D01-9A5D-29699CA56103}" dt="2025-08-10T14:57:00.542" v="395" actId="26606"/>
          <ac:spMkLst>
            <pc:docMk/>
            <pc:sldMk cId="2721965878" sldId="268"/>
            <ac:spMk id="12" creationId="{44CC594A-A820-450F-B363-C19201FCFEC6}"/>
          </ac:spMkLst>
        </pc:spChg>
        <pc:spChg chg="add del">
          <ac:chgData name="Karthika Vellingiri" userId="2f791443-b2b6-40db-8581-89f0c0794d11" providerId="ADAL" clId="{272279B0-242C-4D01-9A5D-29699CA56103}" dt="2025-08-10T14:55:07.418" v="379" actId="26606"/>
          <ac:spMkLst>
            <pc:docMk/>
            <pc:sldMk cId="2721965878" sldId="268"/>
            <ac:spMk id="13" creationId="{5FFCF544-A370-4A5D-A95F-CA6E0E7191E6}"/>
          </ac:spMkLst>
        </pc:spChg>
        <pc:spChg chg="add del">
          <ac:chgData name="Karthika Vellingiri" userId="2f791443-b2b6-40db-8581-89f0c0794d11" providerId="ADAL" clId="{272279B0-242C-4D01-9A5D-29699CA56103}" dt="2025-08-10T14:57:00.530" v="394" actId="26606"/>
          <ac:spMkLst>
            <pc:docMk/>
            <pc:sldMk cId="2721965878" sldId="268"/>
            <ac:spMk id="14" creationId="{59FAB3DA-E9ED-4574-ABCC-378BC0FF1BBC}"/>
          </ac:spMkLst>
        </pc:spChg>
        <pc:spChg chg="add del">
          <ac:chgData name="Karthika Vellingiri" userId="2f791443-b2b6-40db-8581-89f0c0794d11" providerId="ADAL" clId="{272279B0-242C-4D01-9A5D-29699CA56103}" dt="2025-08-10T14:57:00.542" v="395" actId="26606"/>
          <ac:spMkLst>
            <pc:docMk/>
            <pc:sldMk cId="2721965878" sldId="268"/>
            <ac:spMk id="16" creationId="{53B8D6B0-55D6-48DC-86D8-FD95D5F118AB}"/>
          </ac:spMkLst>
        </pc:spChg>
        <pc:spChg chg="add del">
          <ac:chgData name="Karthika Vellingiri" userId="2f791443-b2b6-40db-8581-89f0c0794d11" providerId="ADAL" clId="{272279B0-242C-4D01-9A5D-29699CA56103}" dt="2025-08-10T14:55:07.418" v="379" actId="26606"/>
          <ac:spMkLst>
            <pc:docMk/>
            <pc:sldMk cId="2721965878" sldId="268"/>
            <ac:spMk id="17" creationId="{44CC594A-A820-450F-B363-C19201FCFEC6}"/>
          </ac:spMkLst>
        </pc:spChg>
        <pc:spChg chg="add del">
          <ac:chgData name="Karthika Vellingiri" userId="2f791443-b2b6-40db-8581-89f0c0794d11" providerId="ADAL" clId="{272279B0-242C-4D01-9A5D-29699CA56103}" dt="2025-08-10T14:57:00.530" v="394" actId="26606"/>
          <ac:spMkLst>
            <pc:docMk/>
            <pc:sldMk cId="2721965878" sldId="268"/>
            <ac:spMk id="18" creationId="{7D379150-F6B4-45C8-BE10-6B278AD400EB}"/>
          </ac:spMkLst>
        </pc:spChg>
        <pc:spChg chg="add del">
          <ac:chgData name="Karthika Vellingiri" userId="2f791443-b2b6-40db-8581-89f0c0794d11" providerId="ADAL" clId="{272279B0-242C-4D01-9A5D-29699CA56103}" dt="2025-08-10T14:55:07.418" v="379" actId="26606"/>
          <ac:spMkLst>
            <pc:docMk/>
            <pc:sldMk cId="2721965878" sldId="268"/>
            <ac:spMk id="19" creationId="{59FAB3DA-E9ED-4574-ABCC-378BC0FF1BBC}"/>
          </ac:spMkLst>
        </pc:spChg>
        <pc:spChg chg="add del">
          <ac:chgData name="Karthika Vellingiri" userId="2f791443-b2b6-40db-8581-89f0c0794d11" providerId="ADAL" clId="{272279B0-242C-4D01-9A5D-29699CA56103}" dt="2025-08-10T14:57:00.530" v="394" actId="26606"/>
          <ac:spMkLst>
            <pc:docMk/>
            <pc:sldMk cId="2721965878" sldId="268"/>
            <ac:spMk id="20" creationId="{5FFCF544-A370-4A5D-A95F-CA6E0E7191E6}"/>
          </ac:spMkLst>
        </pc:spChg>
        <pc:spChg chg="add del">
          <ac:chgData name="Karthika Vellingiri" userId="2f791443-b2b6-40db-8581-89f0c0794d11" providerId="ADAL" clId="{272279B0-242C-4D01-9A5D-29699CA56103}" dt="2025-08-10T14:55:07.418" v="379" actId="26606"/>
          <ac:spMkLst>
            <pc:docMk/>
            <pc:sldMk cId="2721965878" sldId="268"/>
            <ac:spMk id="21" creationId="{53B8D6B0-55D6-48DC-86D8-FD95D5F118AB}"/>
          </ac:spMkLst>
        </pc:spChg>
        <pc:spChg chg="add del">
          <ac:chgData name="Karthika Vellingiri" userId="2f791443-b2b6-40db-8581-89f0c0794d11" providerId="ADAL" clId="{272279B0-242C-4D01-9A5D-29699CA56103}" dt="2025-08-10T14:55:29.805" v="385" actId="26606"/>
          <ac:spMkLst>
            <pc:docMk/>
            <pc:sldMk cId="2721965878" sldId="268"/>
            <ac:spMk id="23" creationId="{600B5AE2-C5CC-499C-8F2D-249888BE22C2}"/>
          </ac:spMkLst>
        </pc:spChg>
        <pc:spChg chg="add del">
          <ac:chgData name="Karthika Vellingiri" userId="2f791443-b2b6-40db-8581-89f0c0794d11" providerId="ADAL" clId="{272279B0-242C-4D01-9A5D-29699CA56103}" dt="2025-08-10T14:55:29.805" v="385" actId="26606"/>
          <ac:spMkLst>
            <pc:docMk/>
            <pc:sldMk cId="2721965878" sldId="268"/>
            <ac:spMk id="24" creationId="{BA7A3698-B350-40E5-8475-9BCC41A089FC}"/>
          </ac:spMkLst>
        </pc:spChg>
        <pc:spChg chg="add del">
          <ac:chgData name="Karthika Vellingiri" userId="2f791443-b2b6-40db-8581-89f0c0794d11" providerId="ADAL" clId="{272279B0-242C-4D01-9A5D-29699CA56103}" dt="2025-08-10T14:55:29.805" v="385" actId="26606"/>
          <ac:spMkLst>
            <pc:docMk/>
            <pc:sldMk cId="2721965878" sldId="268"/>
            <ac:spMk id="26" creationId="{311973C2-EB8B-452A-A698-4A252FD3AE28}"/>
          </ac:spMkLst>
        </pc:spChg>
        <pc:spChg chg="add del">
          <ac:chgData name="Karthika Vellingiri" userId="2f791443-b2b6-40db-8581-89f0c0794d11" providerId="ADAL" clId="{272279B0-242C-4D01-9A5D-29699CA56103}" dt="2025-08-10T14:55:29.805" v="385" actId="26606"/>
          <ac:spMkLst>
            <pc:docMk/>
            <pc:sldMk cId="2721965878" sldId="268"/>
            <ac:spMk id="27" creationId="{10162E77-11AD-44A7-84EC-40C59EEFBD2E}"/>
          </ac:spMkLst>
        </pc:spChg>
        <pc:spChg chg="add del">
          <ac:chgData name="Karthika Vellingiri" userId="2f791443-b2b6-40db-8581-89f0c0794d11" providerId="ADAL" clId="{272279B0-242C-4D01-9A5D-29699CA56103}" dt="2025-08-10T14:57:00.530" v="394" actId="26606"/>
          <ac:spMkLst>
            <pc:docMk/>
            <pc:sldMk cId="2721965878" sldId="268"/>
            <ac:spMk id="30" creationId="{284B70D5-875B-433D-BDBD-1522A85D6C1D}"/>
          </ac:spMkLst>
        </pc:spChg>
        <pc:spChg chg="add del">
          <ac:chgData name="Karthika Vellingiri" userId="2f791443-b2b6-40db-8581-89f0c0794d11" providerId="ADAL" clId="{272279B0-242C-4D01-9A5D-29699CA56103}" dt="2025-08-10T14:57:00.530" v="394" actId="26606"/>
          <ac:spMkLst>
            <pc:docMk/>
            <pc:sldMk cId="2721965878" sldId="268"/>
            <ac:spMk id="31" creationId="{1E299956-A9E7-4FC1-A0B1-D590CA9730E8}"/>
          </ac:spMkLst>
        </pc:spChg>
        <pc:spChg chg="add del">
          <ac:chgData name="Karthika Vellingiri" userId="2f791443-b2b6-40db-8581-89f0c0794d11" providerId="ADAL" clId="{272279B0-242C-4D01-9A5D-29699CA56103}" dt="2025-08-10T14:57:00.530" v="394" actId="26606"/>
          <ac:spMkLst>
            <pc:docMk/>
            <pc:sldMk cId="2721965878" sldId="268"/>
            <ac:spMk id="32" creationId="{17FC539C-B783-4B03-9F9E-D13430F3F64F}"/>
          </ac:spMkLst>
        </pc:spChg>
        <pc:spChg chg="add del">
          <ac:chgData name="Karthika Vellingiri" userId="2f791443-b2b6-40db-8581-89f0c0794d11" providerId="ADAL" clId="{272279B0-242C-4D01-9A5D-29699CA56103}" dt="2025-08-10T14:55:29.324" v="384" actId="26606"/>
          <ac:spMkLst>
            <pc:docMk/>
            <pc:sldMk cId="2721965878" sldId="268"/>
            <ac:spMk id="33" creationId="{7D379150-F6B4-45C8-BE10-6B278AD400EB}"/>
          </ac:spMkLst>
        </pc:spChg>
        <pc:spChg chg="add del">
          <ac:chgData name="Karthika Vellingiri" userId="2f791443-b2b6-40db-8581-89f0c0794d11" providerId="ADAL" clId="{272279B0-242C-4D01-9A5D-29699CA56103}" dt="2025-08-10T14:58:03.308" v="419" actId="26606"/>
          <ac:spMkLst>
            <pc:docMk/>
            <pc:sldMk cId="2721965878" sldId="268"/>
            <ac:spMk id="34" creationId="{7D379150-F6B4-45C8-BE10-6B278AD400EB}"/>
          </ac:spMkLst>
        </pc:spChg>
        <pc:spChg chg="add del">
          <ac:chgData name="Karthika Vellingiri" userId="2f791443-b2b6-40db-8581-89f0c0794d11" providerId="ADAL" clId="{272279B0-242C-4D01-9A5D-29699CA56103}" dt="2025-08-10T14:55:29.324" v="384" actId="26606"/>
          <ac:spMkLst>
            <pc:docMk/>
            <pc:sldMk cId="2721965878" sldId="268"/>
            <ac:spMk id="35" creationId="{5FFCF544-A370-4A5D-A95F-CA6E0E7191E6}"/>
          </ac:spMkLst>
        </pc:spChg>
        <pc:spChg chg="add del">
          <ac:chgData name="Karthika Vellingiri" userId="2f791443-b2b6-40db-8581-89f0c0794d11" providerId="ADAL" clId="{272279B0-242C-4D01-9A5D-29699CA56103}" dt="2025-08-10T14:58:03.308" v="419" actId="26606"/>
          <ac:spMkLst>
            <pc:docMk/>
            <pc:sldMk cId="2721965878" sldId="268"/>
            <ac:spMk id="36" creationId="{5FFCF544-A370-4A5D-A95F-CA6E0E7191E6}"/>
          </ac:spMkLst>
        </pc:spChg>
        <pc:spChg chg="add del">
          <ac:chgData name="Karthika Vellingiri" userId="2f791443-b2b6-40db-8581-89f0c0794d11" providerId="ADAL" clId="{272279B0-242C-4D01-9A5D-29699CA56103}" dt="2025-08-10T14:55:29.324" v="384" actId="26606"/>
          <ac:spMkLst>
            <pc:docMk/>
            <pc:sldMk cId="2721965878" sldId="268"/>
            <ac:spMk id="39" creationId="{44CC594A-A820-450F-B363-C19201FCFEC6}"/>
          </ac:spMkLst>
        </pc:spChg>
        <pc:spChg chg="add del">
          <ac:chgData name="Karthika Vellingiri" userId="2f791443-b2b6-40db-8581-89f0c0794d11" providerId="ADAL" clId="{272279B0-242C-4D01-9A5D-29699CA56103}" dt="2025-08-10T14:58:03.308" v="419" actId="26606"/>
          <ac:spMkLst>
            <pc:docMk/>
            <pc:sldMk cId="2721965878" sldId="268"/>
            <ac:spMk id="40" creationId="{52ABB703-2B0E-4C3B-B4A2-F3973548E561}"/>
          </ac:spMkLst>
        </pc:spChg>
        <pc:spChg chg="add del">
          <ac:chgData name="Karthika Vellingiri" userId="2f791443-b2b6-40db-8581-89f0c0794d11" providerId="ADAL" clId="{272279B0-242C-4D01-9A5D-29699CA56103}" dt="2025-08-10T14:55:29.324" v="384" actId="26606"/>
          <ac:spMkLst>
            <pc:docMk/>
            <pc:sldMk cId="2721965878" sldId="268"/>
            <ac:spMk id="41" creationId="{59FAB3DA-E9ED-4574-ABCC-378BC0FF1BBC}"/>
          </ac:spMkLst>
        </pc:spChg>
        <pc:spChg chg="add del">
          <ac:chgData name="Karthika Vellingiri" userId="2f791443-b2b6-40db-8581-89f0c0794d11" providerId="ADAL" clId="{272279B0-242C-4D01-9A5D-29699CA56103}" dt="2025-08-10T14:55:29.324" v="384" actId="26606"/>
          <ac:spMkLst>
            <pc:docMk/>
            <pc:sldMk cId="2721965878" sldId="268"/>
            <ac:spMk id="43" creationId="{53B8D6B0-55D6-48DC-86D8-FD95D5F118AB}"/>
          </ac:spMkLst>
        </pc:spChg>
        <pc:spChg chg="add del">
          <ac:chgData name="Karthika Vellingiri" userId="2f791443-b2b6-40db-8581-89f0c0794d11" providerId="ADAL" clId="{272279B0-242C-4D01-9A5D-29699CA56103}" dt="2025-08-10T14:58:03.308" v="419" actId="26606"/>
          <ac:spMkLst>
            <pc:docMk/>
            <pc:sldMk cId="2721965878" sldId="268"/>
            <ac:spMk id="44" creationId="{E95DA498-D9A2-4DA9-B9DA-B3776E08CF7E}"/>
          </ac:spMkLst>
        </pc:spChg>
        <pc:spChg chg="add del">
          <ac:chgData name="Karthika Vellingiri" userId="2f791443-b2b6-40db-8581-89f0c0794d11" providerId="ADAL" clId="{272279B0-242C-4D01-9A5D-29699CA56103}" dt="2025-08-10T14:58:03.308" v="419" actId="26606"/>
          <ac:spMkLst>
            <pc:docMk/>
            <pc:sldMk cId="2721965878" sldId="268"/>
            <ac:spMk id="45" creationId="{82A73093-4B9D-420D-B17E-52293703A1D4}"/>
          </ac:spMkLst>
        </pc:spChg>
        <pc:spChg chg="add del">
          <ac:chgData name="Karthika Vellingiri" userId="2f791443-b2b6-40db-8581-89f0c0794d11" providerId="ADAL" clId="{272279B0-242C-4D01-9A5D-29699CA56103}" dt="2025-08-10T14:57:54.305" v="414" actId="26606"/>
          <ac:spMkLst>
            <pc:docMk/>
            <pc:sldMk cId="2721965878" sldId="268"/>
            <ac:spMk id="50" creationId="{7D379150-F6B4-45C8-BE10-6B278AD400EB}"/>
          </ac:spMkLst>
        </pc:spChg>
        <pc:spChg chg="add del">
          <ac:chgData name="Karthika Vellingiri" userId="2f791443-b2b6-40db-8581-89f0c0794d11" providerId="ADAL" clId="{272279B0-242C-4D01-9A5D-29699CA56103}" dt="2025-08-10T14:57:54.305" v="414" actId="26606"/>
          <ac:spMkLst>
            <pc:docMk/>
            <pc:sldMk cId="2721965878" sldId="268"/>
            <ac:spMk id="56" creationId="{52ABB703-2B0E-4C3B-B4A2-F3973548E561}"/>
          </ac:spMkLst>
        </pc:spChg>
        <pc:spChg chg="add del">
          <ac:chgData name="Karthika Vellingiri" userId="2f791443-b2b6-40db-8581-89f0c0794d11" providerId="ADAL" clId="{272279B0-242C-4D01-9A5D-29699CA56103}" dt="2025-08-10T14:57:54.305" v="414" actId="26606"/>
          <ac:spMkLst>
            <pc:docMk/>
            <pc:sldMk cId="2721965878" sldId="268"/>
            <ac:spMk id="60" creationId="{E95DA498-D9A2-4DA9-B9DA-B3776E08CF7E}"/>
          </ac:spMkLst>
        </pc:spChg>
        <pc:spChg chg="add del">
          <ac:chgData name="Karthika Vellingiri" userId="2f791443-b2b6-40db-8581-89f0c0794d11" providerId="ADAL" clId="{272279B0-242C-4D01-9A5D-29699CA56103}" dt="2025-08-10T14:57:54.305" v="414" actId="26606"/>
          <ac:spMkLst>
            <pc:docMk/>
            <pc:sldMk cId="2721965878" sldId="268"/>
            <ac:spMk id="62" creationId="{82A73093-4B9D-420D-B17E-52293703A1D4}"/>
          </ac:spMkLst>
        </pc:spChg>
        <pc:spChg chg="add del">
          <ac:chgData name="Karthika Vellingiri" userId="2f791443-b2b6-40db-8581-89f0c0794d11" providerId="ADAL" clId="{272279B0-242C-4D01-9A5D-29699CA56103}" dt="2025-08-10T14:57:59.940" v="416" actId="26606"/>
          <ac:spMkLst>
            <pc:docMk/>
            <pc:sldMk cId="2721965878" sldId="268"/>
            <ac:spMk id="64" creationId="{7D379150-F6B4-45C8-BE10-6B278AD400EB}"/>
          </ac:spMkLst>
        </pc:spChg>
        <pc:spChg chg="add del">
          <ac:chgData name="Karthika Vellingiri" userId="2f791443-b2b6-40db-8581-89f0c0794d11" providerId="ADAL" clId="{272279B0-242C-4D01-9A5D-29699CA56103}" dt="2025-08-10T14:57:59.940" v="416" actId="26606"/>
          <ac:spMkLst>
            <pc:docMk/>
            <pc:sldMk cId="2721965878" sldId="268"/>
            <ac:spMk id="65" creationId="{5FFCF544-A370-4A5D-A95F-CA6E0E7191E6}"/>
          </ac:spMkLst>
        </pc:spChg>
        <pc:spChg chg="add del">
          <ac:chgData name="Karthika Vellingiri" userId="2f791443-b2b6-40db-8581-89f0c0794d11" providerId="ADAL" clId="{272279B0-242C-4D01-9A5D-29699CA56103}" dt="2025-08-10T14:57:59.940" v="416" actId="26606"/>
          <ac:spMkLst>
            <pc:docMk/>
            <pc:sldMk cId="2721965878" sldId="268"/>
            <ac:spMk id="67" creationId="{44CC594A-A820-450F-B363-C19201FCFEC6}"/>
          </ac:spMkLst>
        </pc:spChg>
        <pc:spChg chg="add del">
          <ac:chgData name="Karthika Vellingiri" userId="2f791443-b2b6-40db-8581-89f0c0794d11" providerId="ADAL" clId="{272279B0-242C-4D01-9A5D-29699CA56103}" dt="2025-08-10T14:57:59.940" v="416" actId="26606"/>
          <ac:spMkLst>
            <pc:docMk/>
            <pc:sldMk cId="2721965878" sldId="268"/>
            <ac:spMk id="68" creationId="{59FAB3DA-E9ED-4574-ABCC-378BC0FF1BBC}"/>
          </ac:spMkLst>
        </pc:spChg>
        <pc:spChg chg="del">
          <ac:chgData name="Karthika Vellingiri" userId="2f791443-b2b6-40db-8581-89f0c0794d11" providerId="ADAL" clId="{272279B0-242C-4D01-9A5D-29699CA56103}" dt="2025-08-10T14:57:59.940" v="416" actId="26606"/>
          <ac:spMkLst>
            <pc:docMk/>
            <pc:sldMk cId="2721965878" sldId="268"/>
            <ac:spMk id="69" creationId="{53B8D6B0-55D6-48DC-86D8-FD95D5F118AB}"/>
          </ac:spMkLst>
        </pc:spChg>
        <pc:spChg chg="add del">
          <ac:chgData name="Karthika Vellingiri" userId="2f791443-b2b6-40db-8581-89f0c0794d11" providerId="ADAL" clId="{272279B0-242C-4D01-9A5D-29699CA56103}" dt="2025-08-10T14:58:03.294" v="418" actId="26606"/>
          <ac:spMkLst>
            <pc:docMk/>
            <pc:sldMk cId="2721965878" sldId="268"/>
            <ac:spMk id="71" creationId="{7D379150-F6B4-45C8-BE10-6B278AD400EB}"/>
          </ac:spMkLst>
        </pc:spChg>
        <pc:spChg chg="add del">
          <ac:chgData name="Karthika Vellingiri" userId="2f791443-b2b6-40db-8581-89f0c0794d11" providerId="ADAL" clId="{272279B0-242C-4D01-9A5D-29699CA56103}" dt="2025-08-10T14:58:03.294" v="418" actId="26606"/>
          <ac:spMkLst>
            <pc:docMk/>
            <pc:sldMk cId="2721965878" sldId="268"/>
            <ac:spMk id="72" creationId="{5FFCF544-A370-4A5D-A95F-CA6E0E7191E6}"/>
          </ac:spMkLst>
        </pc:spChg>
        <pc:spChg chg="add del">
          <ac:chgData name="Karthika Vellingiri" userId="2f791443-b2b6-40db-8581-89f0c0794d11" providerId="ADAL" clId="{272279B0-242C-4D01-9A5D-29699CA56103}" dt="2025-08-10T14:58:03.294" v="418" actId="26606"/>
          <ac:spMkLst>
            <pc:docMk/>
            <pc:sldMk cId="2721965878" sldId="268"/>
            <ac:spMk id="74" creationId="{C33BF9DD-8A45-4EEE-B231-0A14D322E5F9}"/>
          </ac:spMkLst>
        </pc:spChg>
        <pc:spChg chg="add del">
          <ac:chgData name="Karthika Vellingiri" userId="2f791443-b2b6-40db-8581-89f0c0794d11" providerId="ADAL" clId="{272279B0-242C-4D01-9A5D-29699CA56103}" dt="2025-08-10T14:58:03.294" v="418" actId="26606"/>
          <ac:spMkLst>
            <pc:docMk/>
            <pc:sldMk cId="2721965878" sldId="268"/>
            <ac:spMk id="76" creationId="{D5FBCAC9-BD8B-4F3B-AD74-EF37D4211349}"/>
          </ac:spMkLst>
        </pc:spChg>
        <pc:spChg chg="add del">
          <ac:chgData name="Karthika Vellingiri" userId="2f791443-b2b6-40db-8581-89f0c0794d11" providerId="ADAL" clId="{272279B0-242C-4D01-9A5D-29699CA56103}" dt="2025-08-10T14:58:03.294" v="418" actId="26606"/>
          <ac:spMkLst>
            <pc:docMk/>
            <pc:sldMk cId="2721965878" sldId="268"/>
            <ac:spMk id="77" creationId="{9556C5A8-AD7E-4CE7-87BE-9EA3B5E1786F}"/>
          </ac:spMkLst>
        </pc:spChg>
        <pc:spChg chg="add">
          <ac:chgData name="Karthika Vellingiri" userId="2f791443-b2b6-40db-8581-89f0c0794d11" providerId="ADAL" clId="{272279B0-242C-4D01-9A5D-29699CA56103}" dt="2025-08-10T14:58:03.308" v="419" actId="26606"/>
          <ac:spMkLst>
            <pc:docMk/>
            <pc:sldMk cId="2721965878" sldId="268"/>
            <ac:spMk id="79" creationId="{7D379150-F6B4-45C8-BE10-6B278AD400EB}"/>
          </ac:spMkLst>
        </pc:spChg>
        <pc:spChg chg="add">
          <ac:chgData name="Karthika Vellingiri" userId="2f791443-b2b6-40db-8581-89f0c0794d11" providerId="ADAL" clId="{272279B0-242C-4D01-9A5D-29699CA56103}" dt="2025-08-10T14:58:03.308" v="419" actId="26606"/>
          <ac:spMkLst>
            <pc:docMk/>
            <pc:sldMk cId="2721965878" sldId="268"/>
            <ac:spMk id="80" creationId="{5FFCF544-A370-4A5D-A95F-CA6E0E7191E6}"/>
          </ac:spMkLst>
        </pc:spChg>
        <pc:spChg chg="add">
          <ac:chgData name="Karthika Vellingiri" userId="2f791443-b2b6-40db-8581-89f0c0794d11" providerId="ADAL" clId="{272279B0-242C-4D01-9A5D-29699CA56103}" dt="2025-08-10T14:58:03.308" v="419" actId="26606"/>
          <ac:spMkLst>
            <pc:docMk/>
            <pc:sldMk cId="2721965878" sldId="268"/>
            <ac:spMk id="82" creationId="{52ABB703-2B0E-4C3B-B4A2-F3973548E561}"/>
          </ac:spMkLst>
        </pc:spChg>
        <pc:spChg chg="add">
          <ac:chgData name="Karthika Vellingiri" userId="2f791443-b2b6-40db-8581-89f0c0794d11" providerId="ADAL" clId="{272279B0-242C-4D01-9A5D-29699CA56103}" dt="2025-08-10T14:58:03.308" v="419" actId="26606"/>
          <ac:spMkLst>
            <pc:docMk/>
            <pc:sldMk cId="2721965878" sldId="268"/>
            <ac:spMk id="84" creationId="{E95DA498-D9A2-4DA9-B9DA-B3776E08CF7E}"/>
          </ac:spMkLst>
        </pc:spChg>
        <pc:spChg chg="add">
          <ac:chgData name="Karthika Vellingiri" userId="2f791443-b2b6-40db-8581-89f0c0794d11" providerId="ADAL" clId="{272279B0-242C-4D01-9A5D-29699CA56103}" dt="2025-08-10T14:58:03.308" v="419" actId="26606"/>
          <ac:spMkLst>
            <pc:docMk/>
            <pc:sldMk cId="2721965878" sldId="268"/>
            <ac:spMk id="85" creationId="{82A73093-4B9D-420D-B17E-52293703A1D4}"/>
          </ac:spMkLst>
        </pc:spChg>
        <pc:graphicFrameChg chg="mod">
          <ac:chgData name="Karthika Vellingiri" userId="2f791443-b2b6-40db-8581-89f0c0794d11" providerId="ADAL" clId="{272279B0-242C-4D01-9A5D-29699CA56103}" dt="2025-08-10T14:59:05.361" v="430" actId="1076"/>
          <ac:graphicFrameMkLst>
            <pc:docMk/>
            <pc:sldMk cId="2721965878" sldId="268"/>
            <ac:graphicFrameMk id="47" creationId="{31B52507-925C-467F-1D55-D15B69C7C4DB}"/>
          </ac:graphicFrameMkLst>
        </pc:graphicFrameChg>
        <pc:picChg chg="add mod ord modCrop">
          <ac:chgData name="Karthika Vellingiri" userId="2f791443-b2b6-40db-8581-89f0c0794d11" providerId="ADAL" clId="{272279B0-242C-4D01-9A5D-29699CA56103}" dt="2025-08-10T14:59:40.506" v="438" actId="208"/>
          <ac:picMkLst>
            <pc:docMk/>
            <pc:sldMk cId="2721965878" sldId="268"/>
            <ac:picMk id="6" creationId="{E2F40734-2385-BA83-B2DC-F4EACC3B133E}"/>
          </ac:picMkLst>
        </pc:picChg>
        <pc:cxnChg chg="add">
          <ac:chgData name="Karthika Vellingiri" userId="2f791443-b2b6-40db-8581-89f0c0794d11" providerId="ADAL" clId="{272279B0-242C-4D01-9A5D-29699CA56103}" dt="2025-08-10T14:56:39.823" v="391" actId="26606"/>
          <ac:cxnSpMkLst>
            <pc:docMk/>
            <pc:sldMk cId="2721965878" sldId="268"/>
            <ac:cxnSpMk id="10" creationId="{6EEB3B97-A638-498B-8083-54191CE71E01}"/>
          </ac:cxnSpMkLst>
        </pc:cxnChg>
        <pc:cxnChg chg="add del">
          <ac:chgData name="Karthika Vellingiri" userId="2f791443-b2b6-40db-8581-89f0c0794d11" providerId="ADAL" clId="{272279B0-242C-4D01-9A5D-29699CA56103}" dt="2025-08-10T14:55:07.418" v="379" actId="26606"/>
          <ac:cxnSpMkLst>
            <pc:docMk/>
            <pc:sldMk cId="2721965878" sldId="268"/>
            <ac:cxnSpMk id="15" creationId="{6EEB3B97-A638-498B-8083-54191CE71E01}"/>
          </ac:cxnSpMkLst>
        </pc:cxnChg>
        <pc:cxnChg chg="add del">
          <ac:chgData name="Karthika Vellingiri" userId="2f791443-b2b6-40db-8581-89f0c0794d11" providerId="ADAL" clId="{272279B0-242C-4D01-9A5D-29699CA56103}" dt="2025-08-10T14:55:29.805" v="385" actId="26606"/>
          <ac:cxnSpMkLst>
            <pc:docMk/>
            <pc:sldMk cId="2721965878" sldId="268"/>
            <ac:cxnSpMk id="25" creationId="{0AC655C7-EC94-4BE6-84C8-2F9EFBBB2789}"/>
          </ac:cxnSpMkLst>
        </pc:cxnChg>
        <pc:cxnChg chg="add del">
          <ac:chgData name="Karthika Vellingiri" userId="2f791443-b2b6-40db-8581-89f0c0794d11" providerId="ADAL" clId="{272279B0-242C-4D01-9A5D-29699CA56103}" dt="2025-08-10T14:55:29.805" v="385" actId="26606"/>
          <ac:cxnSpMkLst>
            <pc:docMk/>
            <pc:sldMk cId="2721965878" sldId="268"/>
            <ac:cxnSpMk id="28" creationId="{5AB158E9-1B40-4CD6-95F0-95CA11DF7B7A}"/>
          </ac:cxnSpMkLst>
        </pc:cxnChg>
      </pc:sldChg>
      <pc:sldMasterChg chg="modTransition modSldLayout">
        <pc:chgData name="Karthika Vellingiri" userId="2f791443-b2b6-40db-8581-89f0c0794d11" providerId="ADAL" clId="{272279B0-242C-4D01-9A5D-29699CA56103}" dt="2025-08-10T14:17:04.657" v="70"/>
        <pc:sldMasterMkLst>
          <pc:docMk/>
          <pc:sldMasterMk cId="2548964161" sldId="2147483765"/>
        </pc:sldMasterMkLst>
        <pc:sldLayoutChg chg="modTransition">
          <pc:chgData name="Karthika Vellingiri" userId="2f791443-b2b6-40db-8581-89f0c0794d11" providerId="ADAL" clId="{272279B0-242C-4D01-9A5D-29699CA56103}" dt="2025-08-10T14:17:04.657" v="70"/>
          <pc:sldLayoutMkLst>
            <pc:docMk/>
            <pc:sldMasterMk cId="2548964161" sldId="2147483765"/>
            <pc:sldLayoutMk cId="3613008605" sldId="2147483771"/>
          </pc:sldLayoutMkLst>
        </pc:sldLayoutChg>
        <pc:sldLayoutChg chg="modTransition">
          <pc:chgData name="Karthika Vellingiri" userId="2f791443-b2b6-40db-8581-89f0c0794d11" providerId="ADAL" clId="{272279B0-242C-4D01-9A5D-29699CA56103}" dt="2025-08-10T14:17:04.657" v="70"/>
          <pc:sldLayoutMkLst>
            <pc:docMk/>
            <pc:sldMasterMk cId="2548964161" sldId="2147483765"/>
            <pc:sldLayoutMk cId="735844477" sldId="2147483772"/>
          </pc:sldLayoutMkLst>
        </pc:sldLayoutChg>
      </pc:sldMasterChg>
      <pc:sldMasterChg chg="modTransition modSldLayout">
        <pc:chgData name="Karthika Vellingiri" userId="2f791443-b2b6-40db-8581-89f0c0794d11" providerId="ADAL" clId="{272279B0-242C-4D01-9A5D-29699CA56103}" dt="2025-08-10T14:17:04.065" v="69"/>
        <pc:sldMasterMkLst>
          <pc:docMk/>
          <pc:sldMasterMk cId="3502248109" sldId="2147483784"/>
        </pc:sldMasterMkLst>
        <pc:sldLayoutChg chg="modTransition">
          <pc:chgData name="Karthika Vellingiri" userId="2f791443-b2b6-40db-8581-89f0c0794d11" providerId="ADAL" clId="{272279B0-242C-4D01-9A5D-29699CA56103}" dt="2025-08-10T14:17:04.065" v="69"/>
          <pc:sldLayoutMkLst>
            <pc:docMk/>
            <pc:sldMasterMk cId="3502248109" sldId="2147483784"/>
            <pc:sldLayoutMk cId="3361904095" sldId="2147483790"/>
          </pc:sldLayoutMkLst>
        </pc:sldLayoutChg>
        <pc:sldLayoutChg chg="modTransition">
          <pc:chgData name="Karthika Vellingiri" userId="2f791443-b2b6-40db-8581-89f0c0794d11" providerId="ADAL" clId="{272279B0-242C-4D01-9A5D-29699CA56103}" dt="2025-08-10T14:17:04.065" v="69"/>
          <pc:sldLayoutMkLst>
            <pc:docMk/>
            <pc:sldMasterMk cId="3502248109" sldId="2147483784"/>
            <pc:sldLayoutMk cId="832771332" sldId="2147483791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EAA592-ED8F-41DB-994B-BDBB959F53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917039-876D-498A-AF05-A13779323342}">
      <dgm:prSet/>
      <dgm:spPr/>
      <dgm:t>
        <a:bodyPr/>
        <a:lstStyle/>
        <a:p>
          <a:r>
            <a:rPr lang="en-US" b="1" i="0" baseline="0" dirty="0"/>
            <a:t>Largest share</a:t>
          </a:r>
          <a:r>
            <a:rPr lang="en-US" b="0" i="0" baseline="0" dirty="0"/>
            <a:t> of families spend </a:t>
          </a:r>
          <a:r>
            <a:rPr lang="en-US" b="1" i="0" baseline="0" dirty="0"/>
            <a:t>15–25%</a:t>
          </a:r>
          <a:r>
            <a:rPr lang="en-US" b="0" i="0" baseline="0" dirty="0"/>
            <a:t> of income on childcare (124.88%).</a:t>
          </a:r>
          <a:endParaRPr lang="en-US" dirty="0"/>
        </a:p>
      </dgm:t>
    </dgm:pt>
    <dgm:pt modelId="{05CBB6B4-5160-4854-B1C3-D5F1581E0C38}" type="parTrans" cxnId="{20FDD880-143C-49F2-A266-41CDDADAC362}">
      <dgm:prSet/>
      <dgm:spPr/>
      <dgm:t>
        <a:bodyPr/>
        <a:lstStyle/>
        <a:p>
          <a:endParaRPr lang="en-US"/>
        </a:p>
      </dgm:t>
    </dgm:pt>
    <dgm:pt modelId="{A23DFBBB-A572-4F79-8AA6-F89F151468E7}" type="sibTrans" cxnId="{20FDD880-143C-49F2-A266-41CDDADAC362}">
      <dgm:prSet/>
      <dgm:spPr/>
      <dgm:t>
        <a:bodyPr/>
        <a:lstStyle/>
        <a:p>
          <a:endParaRPr lang="en-US"/>
        </a:p>
      </dgm:t>
    </dgm:pt>
    <dgm:pt modelId="{D4495AD8-6C4A-4563-A6CD-9111106D124A}">
      <dgm:prSet/>
      <dgm:spPr/>
      <dgm:t>
        <a:bodyPr/>
        <a:lstStyle/>
        <a:p>
          <a:r>
            <a:rPr lang="en-US" b="1" i="0" baseline="0" dirty="0"/>
            <a:t>10–15%</a:t>
          </a:r>
          <a:r>
            <a:rPr lang="en-US" b="0" i="0" baseline="0" dirty="0"/>
            <a:t> range is also significant (108.60%).</a:t>
          </a:r>
          <a:endParaRPr lang="en-US" dirty="0"/>
        </a:p>
      </dgm:t>
    </dgm:pt>
    <dgm:pt modelId="{99073FE6-2F81-4F64-A850-A2571051F2D0}" type="parTrans" cxnId="{7C56EA59-8BFC-4C7F-A48A-F1F140898D22}">
      <dgm:prSet/>
      <dgm:spPr/>
      <dgm:t>
        <a:bodyPr/>
        <a:lstStyle/>
        <a:p>
          <a:endParaRPr lang="en-US"/>
        </a:p>
      </dgm:t>
    </dgm:pt>
    <dgm:pt modelId="{47D053C4-A661-434C-A062-5953C4E20B68}" type="sibTrans" cxnId="{7C56EA59-8BFC-4C7F-A48A-F1F140898D22}">
      <dgm:prSet/>
      <dgm:spPr/>
      <dgm:t>
        <a:bodyPr/>
        <a:lstStyle/>
        <a:p>
          <a:endParaRPr lang="en-US"/>
        </a:p>
      </dgm:t>
    </dgm:pt>
    <dgm:pt modelId="{EB0A23BD-8CD2-4B86-BE7B-EC9BC3EB4923}">
      <dgm:prSet/>
      <dgm:spPr/>
      <dgm:t>
        <a:bodyPr/>
        <a:lstStyle/>
        <a:p>
          <a:r>
            <a:rPr lang="en-US" b="1" i="0" baseline="0"/>
            <a:t>25–50%</a:t>
          </a:r>
          <a:r>
            <a:rPr lang="en-US" b="0" i="0" baseline="0"/>
            <a:t>: 105.57%, showing a sizable high-cost burden group.</a:t>
          </a:r>
          <a:endParaRPr lang="en-US"/>
        </a:p>
      </dgm:t>
    </dgm:pt>
    <dgm:pt modelId="{0E581052-9715-4739-A7AA-614AC280E6EC}" type="parTrans" cxnId="{4D396161-CA34-437D-9ECE-BE5146B52B9D}">
      <dgm:prSet/>
      <dgm:spPr/>
      <dgm:t>
        <a:bodyPr/>
        <a:lstStyle/>
        <a:p>
          <a:endParaRPr lang="en-US"/>
        </a:p>
      </dgm:t>
    </dgm:pt>
    <dgm:pt modelId="{49692903-A029-4D51-A994-D794C976FF1B}" type="sibTrans" cxnId="{4D396161-CA34-437D-9ECE-BE5146B52B9D}">
      <dgm:prSet/>
      <dgm:spPr/>
      <dgm:t>
        <a:bodyPr/>
        <a:lstStyle/>
        <a:p>
          <a:endParaRPr lang="en-US"/>
        </a:p>
      </dgm:t>
    </dgm:pt>
    <dgm:pt modelId="{B38E669B-F72E-4FF0-AA19-6C45747E9C96}">
      <dgm:prSet/>
      <dgm:spPr/>
      <dgm:t>
        <a:bodyPr/>
        <a:lstStyle/>
        <a:p>
          <a:r>
            <a:rPr lang="en-US" b="1" i="0" baseline="0"/>
            <a:t>&gt;50%</a:t>
          </a:r>
          <a:r>
            <a:rPr lang="en-US" b="0" i="0" baseline="0"/>
            <a:t>: 91.93%, indicating extreme affordability issues for many families.</a:t>
          </a:r>
          <a:endParaRPr lang="en-US"/>
        </a:p>
      </dgm:t>
    </dgm:pt>
    <dgm:pt modelId="{430ECC8E-B4EC-471B-B62C-48CA49C76D6C}" type="parTrans" cxnId="{BEDE30ED-7868-488C-87C0-6378AB009C43}">
      <dgm:prSet/>
      <dgm:spPr/>
      <dgm:t>
        <a:bodyPr/>
        <a:lstStyle/>
        <a:p>
          <a:endParaRPr lang="en-US"/>
        </a:p>
      </dgm:t>
    </dgm:pt>
    <dgm:pt modelId="{718D2EE3-FF13-4C8C-8685-FE222988A924}" type="sibTrans" cxnId="{BEDE30ED-7868-488C-87C0-6378AB009C43}">
      <dgm:prSet/>
      <dgm:spPr/>
      <dgm:t>
        <a:bodyPr/>
        <a:lstStyle/>
        <a:p>
          <a:endParaRPr lang="en-US"/>
        </a:p>
      </dgm:t>
    </dgm:pt>
    <dgm:pt modelId="{6E8FC35E-B5CC-4E8B-B49B-BF8EA944C23D}">
      <dgm:prSet/>
      <dgm:spPr/>
      <dgm:t>
        <a:bodyPr/>
        <a:lstStyle/>
        <a:p>
          <a:r>
            <a:rPr lang="en-US" b="1" i="0" baseline="0"/>
            <a:t>Lowest share</a:t>
          </a:r>
          <a:r>
            <a:rPr lang="en-US" b="0" i="0" baseline="0"/>
            <a:t>: 0–5% (98.93%) and 5–10% (80.41%), showing few families experience minimal cost burden.</a:t>
          </a:r>
          <a:endParaRPr lang="en-US"/>
        </a:p>
      </dgm:t>
    </dgm:pt>
    <dgm:pt modelId="{A5D83B02-041B-4D9F-88CD-7BAA0B5D5636}" type="parTrans" cxnId="{8127B9F9-FD55-42E4-B776-12D91155622E}">
      <dgm:prSet/>
      <dgm:spPr/>
      <dgm:t>
        <a:bodyPr/>
        <a:lstStyle/>
        <a:p>
          <a:endParaRPr lang="en-US"/>
        </a:p>
      </dgm:t>
    </dgm:pt>
    <dgm:pt modelId="{29B5E79B-C560-40CD-893A-E01F0424E3FC}" type="sibTrans" cxnId="{8127B9F9-FD55-42E4-B776-12D91155622E}">
      <dgm:prSet/>
      <dgm:spPr/>
      <dgm:t>
        <a:bodyPr/>
        <a:lstStyle/>
        <a:p>
          <a:endParaRPr lang="en-US"/>
        </a:p>
      </dgm:t>
    </dgm:pt>
    <dgm:pt modelId="{796DCBEC-583F-4773-A361-9191196C6B64}" type="pres">
      <dgm:prSet presAssocID="{90EAA592-ED8F-41DB-994B-BDBB959F53DE}" presName="linear" presStyleCnt="0">
        <dgm:presLayoutVars>
          <dgm:animLvl val="lvl"/>
          <dgm:resizeHandles val="exact"/>
        </dgm:presLayoutVars>
      </dgm:prSet>
      <dgm:spPr/>
    </dgm:pt>
    <dgm:pt modelId="{27D5B863-7F69-4FAC-A49D-C25D654A42F9}" type="pres">
      <dgm:prSet presAssocID="{0F917039-876D-498A-AF05-A1377932334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0DA9C83-C4FA-49E0-B5BD-6B7ACEF2BE39}" type="pres">
      <dgm:prSet presAssocID="{A23DFBBB-A572-4F79-8AA6-F89F151468E7}" presName="spacer" presStyleCnt="0"/>
      <dgm:spPr/>
    </dgm:pt>
    <dgm:pt modelId="{BFFE0742-519E-49A4-ADF0-F96AA6794BDE}" type="pres">
      <dgm:prSet presAssocID="{D4495AD8-6C4A-4563-A6CD-9111106D124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28DF2F2-B483-425C-8430-C597ABA0EF53}" type="pres">
      <dgm:prSet presAssocID="{47D053C4-A661-434C-A062-5953C4E20B68}" presName="spacer" presStyleCnt="0"/>
      <dgm:spPr/>
    </dgm:pt>
    <dgm:pt modelId="{2B54BBE2-3CE0-4DE6-AC45-50AF47793BFC}" type="pres">
      <dgm:prSet presAssocID="{EB0A23BD-8CD2-4B86-BE7B-EC9BC3EB492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FA06D93-229D-4803-82E2-161332A22D6A}" type="pres">
      <dgm:prSet presAssocID="{49692903-A029-4D51-A994-D794C976FF1B}" presName="spacer" presStyleCnt="0"/>
      <dgm:spPr/>
    </dgm:pt>
    <dgm:pt modelId="{346A3DCF-44B0-403D-B791-7A4089669EDA}" type="pres">
      <dgm:prSet presAssocID="{B38E669B-F72E-4FF0-AA19-6C45747E9C9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22D544-C763-4C37-9768-D3647E161DE2}" type="pres">
      <dgm:prSet presAssocID="{718D2EE3-FF13-4C8C-8685-FE222988A924}" presName="spacer" presStyleCnt="0"/>
      <dgm:spPr/>
    </dgm:pt>
    <dgm:pt modelId="{598286F5-8F4C-4228-B343-21918AD2D192}" type="pres">
      <dgm:prSet presAssocID="{6E8FC35E-B5CC-4E8B-B49B-BF8EA944C23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D396161-CA34-437D-9ECE-BE5146B52B9D}" srcId="{90EAA592-ED8F-41DB-994B-BDBB959F53DE}" destId="{EB0A23BD-8CD2-4B86-BE7B-EC9BC3EB4923}" srcOrd="2" destOrd="0" parTransId="{0E581052-9715-4739-A7AA-614AC280E6EC}" sibTransId="{49692903-A029-4D51-A994-D794C976FF1B}"/>
    <dgm:cxn modelId="{550B7065-C6F4-4ECE-A545-1E93B55377E0}" type="presOf" srcId="{6E8FC35E-B5CC-4E8B-B49B-BF8EA944C23D}" destId="{598286F5-8F4C-4228-B343-21918AD2D192}" srcOrd="0" destOrd="0" presId="urn:microsoft.com/office/officeart/2005/8/layout/vList2"/>
    <dgm:cxn modelId="{6809EA68-F86A-4444-AF42-CAB4294750AC}" type="presOf" srcId="{0F917039-876D-498A-AF05-A13779323342}" destId="{27D5B863-7F69-4FAC-A49D-C25D654A42F9}" srcOrd="0" destOrd="0" presId="urn:microsoft.com/office/officeart/2005/8/layout/vList2"/>
    <dgm:cxn modelId="{A789096D-1F0D-468C-A141-C07471118E45}" type="presOf" srcId="{90EAA592-ED8F-41DB-994B-BDBB959F53DE}" destId="{796DCBEC-583F-4773-A361-9191196C6B64}" srcOrd="0" destOrd="0" presId="urn:microsoft.com/office/officeart/2005/8/layout/vList2"/>
    <dgm:cxn modelId="{7C56EA59-8BFC-4C7F-A48A-F1F140898D22}" srcId="{90EAA592-ED8F-41DB-994B-BDBB959F53DE}" destId="{D4495AD8-6C4A-4563-A6CD-9111106D124A}" srcOrd="1" destOrd="0" parTransId="{99073FE6-2F81-4F64-A850-A2571051F2D0}" sibTransId="{47D053C4-A661-434C-A062-5953C4E20B68}"/>
    <dgm:cxn modelId="{20FDD880-143C-49F2-A266-41CDDADAC362}" srcId="{90EAA592-ED8F-41DB-994B-BDBB959F53DE}" destId="{0F917039-876D-498A-AF05-A13779323342}" srcOrd="0" destOrd="0" parTransId="{05CBB6B4-5160-4854-B1C3-D5F1581E0C38}" sibTransId="{A23DFBBB-A572-4F79-8AA6-F89F151468E7}"/>
    <dgm:cxn modelId="{5CE1FBA7-7FD6-4EFC-AEF8-07AD6D168D06}" type="presOf" srcId="{B38E669B-F72E-4FF0-AA19-6C45747E9C96}" destId="{346A3DCF-44B0-403D-B791-7A4089669EDA}" srcOrd="0" destOrd="0" presId="urn:microsoft.com/office/officeart/2005/8/layout/vList2"/>
    <dgm:cxn modelId="{59B17CAE-BE51-400A-80F5-939927C03F09}" type="presOf" srcId="{EB0A23BD-8CD2-4B86-BE7B-EC9BC3EB4923}" destId="{2B54BBE2-3CE0-4DE6-AC45-50AF47793BFC}" srcOrd="0" destOrd="0" presId="urn:microsoft.com/office/officeart/2005/8/layout/vList2"/>
    <dgm:cxn modelId="{CC7BB7E3-3092-4993-8790-F387EDBE2BB8}" type="presOf" srcId="{D4495AD8-6C4A-4563-A6CD-9111106D124A}" destId="{BFFE0742-519E-49A4-ADF0-F96AA6794BDE}" srcOrd="0" destOrd="0" presId="urn:microsoft.com/office/officeart/2005/8/layout/vList2"/>
    <dgm:cxn modelId="{BEDE30ED-7868-488C-87C0-6378AB009C43}" srcId="{90EAA592-ED8F-41DB-994B-BDBB959F53DE}" destId="{B38E669B-F72E-4FF0-AA19-6C45747E9C96}" srcOrd="3" destOrd="0" parTransId="{430ECC8E-B4EC-471B-B62C-48CA49C76D6C}" sibTransId="{718D2EE3-FF13-4C8C-8685-FE222988A924}"/>
    <dgm:cxn modelId="{8127B9F9-FD55-42E4-B776-12D91155622E}" srcId="{90EAA592-ED8F-41DB-994B-BDBB959F53DE}" destId="{6E8FC35E-B5CC-4E8B-B49B-BF8EA944C23D}" srcOrd="4" destOrd="0" parTransId="{A5D83B02-041B-4D9F-88CD-7BAA0B5D5636}" sibTransId="{29B5E79B-C560-40CD-893A-E01F0424E3FC}"/>
    <dgm:cxn modelId="{16D24E1D-66AF-4DF2-AD56-BFFA0660EADC}" type="presParOf" srcId="{796DCBEC-583F-4773-A361-9191196C6B64}" destId="{27D5B863-7F69-4FAC-A49D-C25D654A42F9}" srcOrd="0" destOrd="0" presId="urn:microsoft.com/office/officeart/2005/8/layout/vList2"/>
    <dgm:cxn modelId="{1D17DC41-8AA1-4CC7-86A3-32A40A677C80}" type="presParOf" srcId="{796DCBEC-583F-4773-A361-9191196C6B64}" destId="{80DA9C83-C4FA-49E0-B5BD-6B7ACEF2BE39}" srcOrd="1" destOrd="0" presId="urn:microsoft.com/office/officeart/2005/8/layout/vList2"/>
    <dgm:cxn modelId="{3151B160-2E4B-4BD6-BBEB-614DFFB494C8}" type="presParOf" srcId="{796DCBEC-583F-4773-A361-9191196C6B64}" destId="{BFFE0742-519E-49A4-ADF0-F96AA6794BDE}" srcOrd="2" destOrd="0" presId="urn:microsoft.com/office/officeart/2005/8/layout/vList2"/>
    <dgm:cxn modelId="{8A091A16-3F35-46CB-A978-F08D5DCBD74E}" type="presParOf" srcId="{796DCBEC-583F-4773-A361-9191196C6B64}" destId="{528DF2F2-B483-425C-8430-C597ABA0EF53}" srcOrd="3" destOrd="0" presId="urn:microsoft.com/office/officeart/2005/8/layout/vList2"/>
    <dgm:cxn modelId="{C876FDAE-2874-43B1-9B84-00176408F18B}" type="presParOf" srcId="{796DCBEC-583F-4773-A361-9191196C6B64}" destId="{2B54BBE2-3CE0-4DE6-AC45-50AF47793BFC}" srcOrd="4" destOrd="0" presId="urn:microsoft.com/office/officeart/2005/8/layout/vList2"/>
    <dgm:cxn modelId="{FE0C4AB5-91BD-4469-AC8F-727B5F0B10B9}" type="presParOf" srcId="{796DCBEC-583F-4773-A361-9191196C6B64}" destId="{5FA06D93-229D-4803-82E2-161332A22D6A}" srcOrd="5" destOrd="0" presId="urn:microsoft.com/office/officeart/2005/8/layout/vList2"/>
    <dgm:cxn modelId="{99FA9D07-E1E6-4F21-AA6B-08C82D2620D7}" type="presParOf" srcId="{796DCBEC-583F-4773-A361-9191196C6B64}" destId="{346A3DCF-44B0-403D-B791-7A4089669EDA}" srcOrd="6" destOrd="0" presId="urn:microsoft.com/office/officeart/2005/8/layout/vList2"/>
    <dgm:cxn modelId="{FC85D89B-6817-40A9-AFF1-D9310CD3D715}" type="presParOf" srcId="{796DCBEC-583F-4773-A361-9191196C6B64}" destId="{C322D544-C763-4C37-9768-D3647E161DE2}" srcOrd="7" destOrd="0" presId="urn:microsoft.com/office/officeart/2005/8/layout/vList2"/>
    <dgm:cxn modelId="{7AA99341-5175-4DDA-8A33-CB5EED80B7BE}" type="presParOf" srcId="{796DCBEC-583F-4773-A361-9191196C6B64}" destId="{598286F5-8F4C-4228-B343-21918AD2D19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8FFB0B-BAAE-4BA7-993E-04AC99D0965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E5E3612-4BD3-4A98-A7A8-DDA74A1B0304}">
      <dgm:prSet/>
      <dgm:spPr/>
      <dgm:t>
        <a:bodyPr/>
        <a:lstStyle/>
        <a:p>
          <a:r>
            <a:rPr lang="en-US" b="1" dirty="0"/>
            <a:t>Expand Child Tax Credit:</a:t>
          </a:r>
          <a:r>
            <a:rPr lang="en-US" dirty="0"/>
            <a:t> Increase federal tax credits to offset childcare expenses, particularly for families earning under $100,000 annually.</a:t>
          </a:r>
        </a:p>
      </dgm:t>
    </dgm:pt>
    <dgm:pt modelId="{F2441687-D66A-455A-822F-A72AF5D4FBC2}" type="parTrans" cxnId="{1C88A7AB-F778-4584-B18C-226AB72B63DC}">
      <dgm:prSet/>
      <dgm:spPr/>
      <dgm:t>
        <a:bodyPr/>
        <a:lstStyle/>
        <a:p>
          <a:endParaRPr lang="en-US"/>
        </a:p>
      </dgm:t>
    </dgm:pt>
    <dgm:pt modelId="{2F2E9645-596E-4C5B-B8CB-75804DA3D643}" type="sibTrans" cxnId="{1C88A7AB-F778-4584-B18C-226AB72B63DC}">
      <dgm:prSet/>
      <dgm:spPr/>
      <dgm:t>
        <a:bodyPr/>
        <a:lstStyle/>
        <a:p>
          <a:endParaRPr lang="en-US"/>
        </a:p>
      </dgm:t>
    </dgm:pt>
    <dgm:pt modelId="{0DEE34D9-4641-456D-A22E-F8026FC04993}">
      <dgm:prSet/>
      <dgm:spPr/>
      <dgm:t>
        <a:bodyPr/>
        <a:lstStyle/>
        <a:p>
          <a:r>
            <a:rPr lang="en-US" b="1" dirty="0"/>
            <a:t>Subsidize Provider Infrastructure:</a:t>
          </a:r>
          <a:r>
            <a:rPr lang="en-US" dirty="0"/>
            <a:t> Invest in childcare facility construction and workforce development to increase supply and reduce costs.</a:t>
          </a:r>
        </a:p>
      </dgm:t>
    </dgm:pt>
    <dgm:pt modelId="{71E0704C-6659-447B-905D-8C681BFBBE34}" type="parTrans" cxnId="{37B0E1B2-0DA7-463F-A19F-12B36A2A059B}">
      <dgm:prSet/>
      <dgm:spPr/>
      <dgm:t>
        <a:bodyPr/>
        <a:lstStyle/>
        <a:p>
          <a:endParaRPr lang="en-US"/>
        </a:p>
      </dgm:t>
    </dgm:pt>
    <dgm:pt modelId="{C04CFBC6-9169-4EFA-AEAF-E04D9081D3EA}" type="sibTrans" cxnId="{37B0E1B2-0DA7-463F-A19F-12B36A2A059B}">
      <dgm:prSet/>
      <dgm:spPr/>
      <dgm:t>
        <a:bodyPr/>
        <a:lstStyle/>
        <a:p>
          <a:endParaRPr lang="en-US"/>
        </a:p>
      </dgm:t>
    </dgm:pt>
    <dgm:pt modelId="{1B141E9E-7A03-4298-B32B-0F6D26D64E02}">
      <dgm:prSet/>
      <dgm:spPr/>
      <dgm:t>
        <a:bodyPr/>
        <a:lstStyle/>
        <a:p>
          <a:r>
            <a:rPr lang="en-US" b="1"/>
            <a:t>Employer Incentives:</a:t>
          </a:r>
          <a:r>
            <a:rPr lang="en-US"/>
            <a:t> Create tax breaks for companies offering childcare benefits or on-site facilities to their employees.</a:t>
          </a:r>
        </a:p>
      </dgm:t>
    </dgm:pt>
    <dgm:pt modelId="{57AC1722-F876-40E7-ABFB-F18FA41588BF}" type="parTrans" cxnId="{E6B15BFE-D022-4EA2-8D84-6C63F888935F}">
      <dgm:prSet/>
      <dgm:spPr/>
      <dgm:t>
        <a:bodyPr/>
        <a:lstStyle/>
        <a:p>
          <a:endParaRPr lang="en-US"/>
        </a:p>
      </dgm:t>
    </dgm:pt>
    <dgm:pt modelId="{39CE2163-289A-4E6E-B9EA-6E0C8B8790F8}" type="sibTrans" cxnId="{E6B15BFE-D022-4EA2-8D84-6C63F888935F}">
      <dgm:prSet/>
      <dgm:spPr/>
      <dgm:t>
        <a:bodyPr/>
        <a:lstStyle/>
        <a:p>
          <a:endParaRPr lang="en-US"/>
        </a:p>
      </dgm:t>
    </dgm:pt>
    <dgm:pt modelId="{02F84A83-246B-4A3D-9312-7001C63D1104}" type="pres">
      <dgm:prSet presAssocID="{D98FFB0B-BAAE-4BA7-993E-04AC99D09658}" presName="root" presStyleCnt="0">
        <dgm:presLayoutVars>
          <dgm:dir/>
          <dgm:resizeHandles val="exact"/>
        </dgm:presLayoutVars>
      </dgm:prSet>
      <dgm:spPr/>
    </dgm:pt>
    <dgm:pt modelId="{D412CFB8-2F96-48DA-9C24-5EC1E30DA833}" type="pres">
      <dgm:prSet presAssocID="{DE5E3612-4BD3-4A98-A7A8-DDA74A1B0304}" presName="compNode" presStyleCnt="0"/>
      <dgm:spPr/>
    </dgm:pt>
    <dgm:pt modelId="{C9BECA59-6A97-41D6-859E-933FAC73D6F2}" type="pres">
      <dgm:prSet presAssocID="{DE5E3612-4BD3-4A98-A7A8-DDA74A1B0304}" presName="bgRect" presStyleLbl="bgShp" presStyleIdx="0" presStyleCnt="3"/>
      <dgm:spPr/>
    </dgm:pt>
    <dgm:pt modelId="{6BEE9B3D-62FD-43DD-920D-8921919ADE06}" type="pres">
      <dgm:prSet presAssocID="{DE5E3612-4BD3-4A98-A7A8-DDA74A1B030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25A3337E-5021-4502-8B23-73451EDB5D45}" type="pres">
      <dgm:prSet presAssocID="{DE5E3612-4BD3-4A98-A7A8-DDA74A1B0304}" presName="spaceRect" presStyleCnt="0"/>
      <dgm:spPr/>
    </dgm:pt>
    <dgm:pt modelId="{640AC8C9-C49C-40D8-B4C9-2944189DEA56}" type="pres">
      <dgm:prSet presAssocID="{DE5E3612-4BD3-4A98-A7A8-DDA74A1B0304}" presName="parTx" presStyleLbl="revTx" presStyleIdx="0" presStyleCnt="3">
        <dgm:presLayoutVars>
          <dgm:chMax val="0"/>
          <dgm:chPref val="0"/>
        </dgm:presLayoutVars>
      </dgm:prSet>
      <dgm:spPr/>
    </dgm:pt>
    <dgm:pt modelId="{080E3153-3EB4-43D9-8268-DB5077B630EA}" type="pres">
      <dgm:prSet presAssocID="{2F2E9645-596E-4C5B-B8CB-75804DA3D643}" presName="sibTrans" presStyleCnt="0"/>
      <dgm:spPr/>
    </dgm:pt>
    <dgm:pt modelId="{E0454D9B-A97A-4916-AB64-E0130CA3D203}" type="pres">
      <dgm:prSet presAssocID="{0DEE34D9-4641-456D-A22E-F8026FC04993}" presName="compNode" presStyleCnt="0"/>
      <dgm:spPr/>
    </dgm:pt>
    <dgm:pt modelId="{9BC1FE84-2AC5-4915-8BDB-AA09713F5829}" type="pres">
      <dgm:prSet presAssocID="{0DEE34D9-4641-456D-A22E-F8026FC04993}" presName="bgRect" presStyleLbl="bgShp" presStyleIdx="1" presStyleCnt="3"/>
      <dgm:spPr/>
    </dgm:pt>
    <dgm:pt modelId="{01B4BBF9-E136-4342-BE73-2309C9C97262}" type="pres">
      <dgm:prSet presAssocID="{0DEE34D9-4641-456D-A22E-F8026FC0499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2DF855B7-ED42-41E3-8FEA-A678AB9316AB}" type="pres">
      <dgm:prSet presAssocID="{0DEE34D9-4641-456D-A22E-F8026FC04993}" presName="spaceRect" presStyleCnt="0"/>
      <dgm:spPr/>
    </dgm:pt>
    <dgm:pt modelId="{B6C05697-4765-4F5B-AB87-A920DD1B8D05}" type="pres">
      <dgm:prSet presAssocID="{0DEE34D9-4641-456D-A22E-F8026FC04993}" presName="parTx" presStyleLbl="revTx" presStyleIdx="1" presStyleCnt="3">
        <dgm:presLayoutVars>
          <dgm:chMax val="0"/>
          <dgm:chPref val="0"/>
        </dgm:presLayoutVars>
      </dgm:prSet>
      <dgm:spPr/>
    </dgm:pt>
    <dgm:pt modelId="{0154091C-0AC8-4F2C-A701-7F202BB8581F}" type="pres">
      <dgm:prSet presAssocID="{C04CFBC6-9169-4EFA-AEAF-E04D9081D3EA}" presName="sibTrans" presStyleCnt="0"/>
      <dgm:spPr/>
    </dgm:pt>
    <dgm:pt modelId="{B56CA729-238D-43C8-8F75-769FC4F5F738}" type="pres">
      <dgm:prSet presAssocID="{1B141E9E-7A03-4298-B32B-0F6D26D64E02}" presName="compNode" presStyleCnt="0"/>
      <dgm:spPr/>
    </dgm:pt>
    <dgm:pt modelId="{397FB36A-7DAE-42C4-85C9-CC9CFCFB1EFB}" type="pres">
      <dgm:prSet presAssocID="{1B141E9E-7A03-4298-B32B-0F6D26D64E02}" presName="bgRect" presStyleLbl="bgShp" presStyleIdx="2" presStyleCnt="3"/>
      <dgm:spPr/>
    </dgm:pt>
    <dgm:pt modelId="{D00F8C98-EF8E-4B55-A49F-082CFF96898E}" type="pres">
      <dgm:prSet presAssocID="{1B141E9E-7A03-4298-B32B-0F6D26D64E0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oller"/>
        </a:ext>
      </dgm:extLst>
    </dgm:pt>
    <dgm:pt modelId="{07623366-A066-4026-9840-16BD9D5BBB27}" type="pres">
      <dgm:prSet presAssocID="{1B141E9E-7A03-4298-B32B-0F6D26D64E02}" presName="spaceRect" presStyleCnt="0"/>
      <dgm:spPr/>
    </dgm:pt>
    <dgm:pt modelId="{95D9E820-D41D-4F7E-BC48-95D12FB5659D}" type="pres">
      <dgm:prSet presAssocID="{1B141E9E-7A03-4298-B32B-0F6D26D64E0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394DA69-89D2-47C9-AA41-DB1A65B75BC2}" type="presOf" srcId="{0DEE34D9-4641-456D-A22E-F8026FC04993}" destId="{B6C05697-4765-4F5B-AB87-A920DD1B8D05}" srcOrd="0" destOrd="0" presId="urn:microsoft.com/office/officeart/2018/2/layout/IconVerticalSolidList"/>
    <dgm:cxn modelId="{98306F6E-0894-449F-ABC7-32375B056A06}" type="presOf" srcId="{DE5E3612-4BD3-4A98-A7A8-DDA74A1B0304}" destId="{640AC8C9-C49C-40D8-B4C9-2944189DEA56}" srcOrd="0" destOrd="0" presId="urn:microsoft.com/office/officeart/2018/2/layout/IconVerticalSolidList"/>
    <dgm:cxn modelId="{D0417758-282D-4873-99F1-DD2745BD13E5}" type="presOf" srcId="{D98FFB0B-BAAE-4BA7-993E-04AC99D09658}" destId="{02F84A83-246B-4A3D-9312-7001C63D1104}" srcOrd="0" destOrd="0" presId="urn:microsoft.com/office/officeart/2018/2/layout/IconVerticalSolidList"/>
    <dgm:cxn modelId="{91336B8B-495B-45CA-B669-50B80EBEC6DA}" type="presOf" srcId="{1B141E9E-7A03-4298-B32B-0F6D26D64E02}" destId="{95D9E820-D41D-4F7E-BC48-95D12FB5659D}" srcOrd="0" destOrd="0" presId="urn:microsoft.com/office/officeart/2018/2/layout/IconVerticalSolidList"/>
    <dgm:cxn modelId="{1C88A7AB-F778-4584-B18C-226AB72B63DC}" srcId="{D98FFB0B-BAAE-4BA7-993E-04AC99D09658}" destId="{DE5E3612-4BD3-4A98-A7A8-DDA74A1B0304}" srcOrd="0" destOrd="0" parTransId="{F2441687-D66A-455A-822F-A72AF5D4FBC2}" sibTransId="{2F2E9645-596E-4C5B-B8CB-75804DA3D643}"/>
    <dgm:cxn modelId="{37B0E1B2-0DA7-463F-A19F-12B36A2A059B}" srcId="{D98FFB0B-BAAE-4BA7-993E-04AC99D09658}" destId="{0DEE34D9-4641-456D-A22E-F8026FC04993}" srcOrd="1" destOrd="0" parTransId="{71E0704C-6659-447B-905D-8C681BFBBE34}" sibTransId="{C04CFBC6-9169-4EFA-AEAF-E04D9081D3EA}"/>
    <dgm:cxn modelId="{E6B15BFE-D022-4EA2-8D84-6C63F888935F}" srcId="{D98FFB0B-BAAE-4BA7-993E-04AC99D09658}" destId="{1B141E9E-7A03-4298-B32B-0F6D26D64E02}" srcOrd="2" destOrd="0" parTransId="{57AC1722-F876-40E7-ABFB-F18FA41588BF}" sibTransId="{39CE2163-289A-4E6E-B9EA-6E0C8B8790F8}"/>
    <dgm:cxn modelId="{183DF1D9-BB61-4027-BE94-EC34D83FC410}" type="presParOf" srcId="{02F84A83-246B-4A3D-9312-7001C63D1104}" destId="{D412CFB8-2F96-48DA-9C24-5EC1E30DA833}" srcOrd="0" destOrd="0" presId="urn:microsoft.com/office/officeart/2018/2/layout/IconVerticalSolidList"/>
    <dgm:cxn modelId="{49A76D2A-B6F4-49A8-9583-6DC3D510F405}" type="presParOf" srcId="{D412CFB8-2F96-48DA-9C24-5EC1E30DA833}" destId="{C9BECA59-6A97-41D6-859E-933FAC73D6F2}" srcOrd="0" destOrd="0" presId="urn:microsoft.com/office/officeart/2018/2/layout/IconVerticalSolidList"/>
    <dgm:cxn modelId="{E13C31B1-EAD1-4A71-AFCE-1640ACB4BBF1}" type="presParOf" srcId="{D412CFB8-2F96-48DA-9C24-5EC1E30DA833}" destId="{6BEE9B3D-62FD-43DD-920D-8921919ADE06}" srcOrd="1" destOrd="0" presId="urn:microsoft.com/office/officeart/2018/2/layout/IconVerticalSolidList"/>
    <dgm:cxn modelId="{8AED46B3-68B7-487B-A0D8-74D15BA96F24}" type="presParOf" srcId="{D412CFB8-2F96-48DA-9C24-5EC1E30DA833}" destId="{25A3337E-5021-4502-8B23-73451EDB5D45}" srcOrd="2" destOrd="0" presId="urn:microsoft.com/office/officeart/2018/2/layout/IconVerticalSolidList"/>
    <dgm:cxn modelId="{5EB42865-7117-4B17-8841-01E490F3588E}" type="presParOf" srcId="{D412CFB8-2F96-48DA-9C24-5EC1E30DA833}" destId="{640AC8C9-C49C-40D8-B4C9-2944189DEA56}" srcOrd="3" destOrd="0" presId="urn:microsoft.com/office/officeart/2018/2/layout/IconVerticalSolidList"/>
    <dgm:cxn modelId="{7E4A0CD4-82F0-4F41-825D-C5D61379DBA3}" type="presParOf" srcId="{02F84A83-246B-4A3D-9312-7001C63D1104}" destId="{080E3153-3EB4-43D9-8268-DB5077B630EA}" srcOrd="1" destOrd="0" presId="urn:microsoft.com/office/officeart/2018/2/layout/IconVerticalSolidList"/>
    <dgm:cxn modelId="{528E53E6-E140-49A6-8049-76AE50B14908}" type="presParOf" srcId="{02F84A83-246B-4A3D-9312-7001C63D1104}" destId="{E0454D9B-A97A-4916-AB64-E0130CA3D203}" srcOrd="2" destOrd="0" presId="urn:microsoft.com/office/officeart/2018/2/layout/IconVerticalSolidList"/>
    <dgm:cxn modelId="{193CA3B7-34C2-4A7E-BD7B-72FAD001C9F9}" type="presParOf" srcId="{E0454D9B-A97A-4916-AB64-E0130CA3D203}" destId="{9BC1FE84-2AC5-4915-8BDB-AA09713F5829}" srcOrd="0" destOrd="0" presId="urn:microsoft.com/office/officeart/2018/2/layout/IconVerticalSolidList"/>
    <dgm:cxn modelId="{DC05ADE0-AA9F-44C2-AD0E-44052A72CA05}" type="presParOf" srcId="{E0454D9B-A97A-4916-AB64-E0130CA3D203}" destId="{01B4BBF9-E136-4342-BE73-2309C9C97262}" srcOrd="1" destOrd="0" presId="urn:microsoft.com/office/officeart/2018/2/layout/IconVerticalSolidList"/>
    <dgm:cxn modelId="{89274361-5C0E-4931-B3EE-E9CEC02DBBCD}" type="presParOf" srcId="{E0454D9B-A97A-4916-AB64-E0130CA3D203}" destId="{2DF855B7-ED42-41E3-8FEA-A678AB9316AB}" srcOrd="2" destOrd="0" presId="urn:microsoft.com/office/officeart/2018/2/layout/IconVerticalSolidList"/>
    <dgm:cxn modelId="{DAD36CED-600C-479E-AAAB-0659D7C3AA8E}" type="presParOf" srcId="{E0454D9B-A97A-4916-AB64-E0130CA3D203}" destId="{B6C05697-4765-4F5B-AB87-A920DD1B8D05}" srcOrd="3" destOrd="0" presId="urn:microsoft.com/office/officeart/2018/2/layout/IconVerticalSolidList"/>
    <dgm:cxn modelId="{46C78D10-9D00-4CDE-998A-F9E4B8B95347}" type="presParOf" srcId="{02F84A83-246B-4A3D-9312-7001C63D1104}" destId="{0154091C-0AC8-4F2C-A701-7F202BB8581F}" srcOrd="3" destOrd="0" presId="urn:microsoft.com/office/officeart/2018/2/layout/IconVerticalSolidList"/>
    <dgm:cxn modelId="{2AAA86BC-AE7D-4DA4-890B-21ACCB71E8DD}" type="presParOf" srcId="{02F84A83-246B-4A3D-9312-7001C63D1104}" destId="{B56CA729-238D-43C8-8F75-769FC4F5F738}" srcOrd="4" destOrd="0" presId="urn:microsoft.com/office/officeart/2018/2/layout/IconVerticalSolidList"/>
    <dgm:cxn modelId="{6208141E-FEC4-446E-A0FC-A21D788BE1B9}" type="presParOf" srcId="{B56CA729-238D-43C8-8F75-769FC4F5F738}" destId="{397FB36A-7DAE-42C4-85C9-CC9CFCFB1EFB}" srcOrd="0" destOrd="0" presId="urn:microsoft.com/office/officeart/2018/2/layout/IconVerticalSolidList"/>
    <dgm:cxn modelId="{682FF808-8FE6-4B39-B8C6-87AF7DF87935}" type="presParOf" srcId="{B56CA729-238D-43C8-8F75-769FC4F5F738}" destId="{D00F8C98-EF8E-4B55-A49F-082CFF96898E}" srcOrd="1" destOrd="0" presId="urn:microsoft.com/office/officeart/2018/2/layout/IconVerticalSolidList"/>
    <dgm:cxn modelId="{998D62E0-154E-425A-8CE0-49DAF2592454}" type="presParOf" srcId="{B56CA729-238D-43C8-8F75-769FC4F5F738}" destId="{07623366-A066-4026-9840-16BD9D5BBB27}" srcOrd="2" destOrd="0" presId="urn:microsoft.com/office/officeart/2018/2/layout/IconVerticalSolidList"/>
    <dgm:cxn modelId="{777F4298-4BB8-44D7-8837-D936237D11D6}" type="presParOf" srcId="{B56CA729-238D-43C8-8F75-769FC4F5F738}" destId="{95D9E820-D41D-4F7E-BC48-95D12FB5659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BD5889-DECD-40CF-B5EC-840C89C8749A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FD641C4-E3BE-4B5A-B883-D9D2D8BD9615}">
      <dgm:prSet/>
      <dgm:spPr/>
      <dgm:t>
        <a:bodyPr/>
        <a:lstStyle/>
        <a:p>
          <a:r>
            <a:rPr lang="en-US" b="1" dirty="0"/>
            <a:t>Economic Impact:</a:t>
          </a:r>
          <a:r>
            <a:rPr lang="en-US" dirty="0"/>
            <a:t> </a:t>
          </a:r>
        </a:p>
        <a:p>
          <a:r>
            <a:rPr lang="en-US" dirty="0"/>
            <a:t>High childcare costs reduce workforce participation, particularly among women, limiting economic growth and household income potential.</a:t>
          </a:r>
        </a:p>
      </dgm:t>
    </dgm:pt>
    <dgm:pt modelId="{FB9D89B8-F8CF-4E0F-8D83-80B2D755DE23}" type="parTrans" cxnId="{866962DF-DF2F-43F9-97F5-250D7E5CF85D}">
      <dgm:prSet/>
      <dgm:spPr/>
      <dgm:t>
        <a:bodyPr/>
        <a:lstStyle/>
        <a:p>
          <a:endParaRPr lang="en-US"/>
        </a:p>
      </dgm:t>
    </dgm:pt>
    <dgm:pt modelId="{F29B7CA3-55FE-45B8-BBA5-271917C38F2D}" type="sibTrans" cxnId="{866962DF-DF2F-43F9-97F5-250D7E5CF85D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454350E-D7F9-40D0-9FDA-38B2BAD5631D}">
      <dgm:prSet/>
      <dgm:spPr/>
      <dgm:t>
        <a:bodyPr/>
        <a:lstStyle/>
        <a:p>
          <a:r>
            <a:rPr lang="en-US" b="1" dirty="0"/>
            <a:t>Social Equity:</a:t>
          </a:r>
          <a:r>
            <a:rPr lang="en-US" dirty="0"/>
            <a:t> </a:t>
          </a:r>
        </a:p>
        <a:p>
          <a:r>
            <a:rPr lang="en-US" dirty="0"/>
            <a:t>Childcare accessibility creates generational wealth gaps, as families with resources can invest in quality care while others face limited options.</a:t>
          </a:r>
        </a:p>
      </dgm:t>
    </dgm:pt>
    <dgm:pt modelId="{720E5F5E-B0B6-48A7-BC8B-6650591B6970}" type="parTrans" cxnId="{AD12AD2E-B184-4152-913C-A67B9A503348}">
      <dgm:prSet/>
      <dgm:spPr/>
      <dgm:t>
        <a:bodyPr/>
        <a:lstStyle/>
        <a:p>
          <a:endParaRPr lang="en-US"/>
        </a:p>
      </dgm:t>
    </dgm:pt>
    <dgm:pt modelId="{35FF0144-9724-41C9-BE73-ACF78AA0C55D}" type="sibTrans" cxnId="{AD12AD2E-B184-4152-913C-A67B9A503348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A8C04468-A1D4-46C4-A8E8-D2142839158D}">
      <dgm:prSet/>
      <dgm:spPr/>
      <dgm:t>
        <a:bodyPr/>
        <a:lstStyle/>
        <a:p>
          <a:r>
            <a:rPr lang="en-US" b="1" dirty="0"/>
            <a:t>Policy Urgency:</a:t>
          </a:r>
          <a:r>
            <a:rPr lang="en-US" dirty="0"/>
            <a:t> </a:t>
          </a:r>
        </a:p>
        <a:p>
          <a:r>
            <a:rPr lang="en-US" dirty="0"/>
            <a:t>Without intervention, childcare costs will continue outpacing wage growth, requiring comprehensive federal and state-level solutions.</a:t>
          </a:r>
        </a:p>
      </dgm:t>
    </dgm:pt>
    <dgm:pt modelId="{3B4CDEFA-1791-4409-B35E-818162D3BADF}" type="parTrans" cxnId="{ABC65742-F17B-424E-A448-8EFBCB88385C}">
      <dgm:prSet/>
      <dgm:spPr/>
      <dgm:t>
        <a:bodyPr/>
        <a:lstStyle/>
        <a:p>
          <a:endParaRPr lang="en-US"/>
        </a:p>
      </dgm:t>
    </dgm:pt>
    <dgm:pt modelId="{D77B677F-7B54-436B-A48E-70AD1C9A3442}" type="sibTrans" cxnId="{ABC65742-F17B-424E-A448-8EFBCB88385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692A4118-C360-44FE-A19C-0E7CCE4F941A}" type="pres">
      <dgm:prSet presAssocID="{B3BD5889-DECD-40CF-B5EC-840C89C8749A}" presName="Name0" presStyleCnt="0">
        <dgm:presLayoutVars>
          <dgm:animLvl val="lvl"/>
          <dgm:resizeHandles val="exact"/>
        </dgm:presLayoutVars>
      </dgm:prSet>
      <dgm:spPr/>
    </dgm:pt>
    <dgm:pt modelId="{F1C1B5B6-6F60-4DEB-B472-E6606B2F785E}" type="pres">
      <dgm:prSet presAssocID="{DFD641C4-E3BE-4B5A-B883-D9D2D8BD9615}" presName="compositeNode" presStyleCnt="0">
        <dgm:presLayoutVars>
          <dgm:bulletEnabled val="1"/>
        </dgm:presLayoutVars>
      </dgm:prSet>
      <dgm:spPr/>
    </dgm:pt>
    <dgm:pt modelId="{F7921A98-A8B9-4CDA-B274-9F79B4DD1ED5}" type="pres">
      <dgm:prSet presAssocID="{DFD641C4-E3BE-4B5A-B883-D9D2D8BD9615}" presName="bgRect" presStyleLbl="alignNode1" presStyleIdx="0" presStyleCnt="3"/>
      <dgm:spPr/>
    </dgm:pt>
    <dgm:pt modelId="{8026392D-0FEE-4460-A2BF-402829801071}" type="pres">
      <dgm:prSet presAssocID="{F29B7CA3-55FE-45B8-BBA5-271917C38F2D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B5805EDB-9D5C-413F-AEED-505403ADDC59}" type="pres">
      <dgm:prSet presAssocID="{DFD641C4-E3BE-4B5A-B883-D9D2D8BD9615}" presName="nodeRect" presStyleLbl="alignNode1" presStyleIdx="0" presStyleCnt="3">
        <dgm:presLayoutVars>
          <dgm:bulletEnabled val="1"/>
        </dgm:presLayoutVars>
      </dgm:prSet>
      <dgm:spPr/>
    </dgm:pt>
    <dgm:pt modelId="{EC4982F6-B96C-4507-B62E-9322DDD999D1}" type="pres">
      <dgm:prSet presAssocID="{F29B7CA3-55FE-45B8-BBA5-271917C38F2D}" presName="sibTrans" presStyleCnt="0"/>
      <dgm:spPr/>
    </dgm:pt>
    <dgm:pt modelId="{45B7E5DA-657F-41A8-80B7-CE1A3A050227}" type="pres">
      <dgm:prSet presAssocID="{5454350E-D7F9-40D0-9FDA-38B2BAD5631D}" presName="compositeNode" presStyleCnt="0">
        <dgm:presLayoutVars>
          <dgm:bulletEnabled val="1"/>
        </dgm:presLayoutVars>
      </dgm:prSet>
      <dgm:spPr/>
    </dgm:pt>
    <dgm:pt modelId="{78FF8190-D32D-49B2-87C2-621BB85A0233}" type="pres">
      <dgm:prSet presAssocID="{5454350E-D7F9-40D0-9FDA-38B2BAD5631D}" presName="bgRect" presStyleLbl="alignNode1" presStyleIdx="1" presStyleCnt="3"/>
      <dgm:spPr/>
    </dgm:pt>
    <dgm:pt modelId="{9E6DB2AA-FD48-4248-995D-CF5A8A007893}" type="pres">
      <dgm:prSet presAssocID="{35FF0144-9724-41C9-BE73-ACF78AA0C55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E7F4616-DD3A-4F85-AA41-0981DDC3C100}" type="pres">
      <dgm:prSet presAssocID="{5454350E-D7F9-40D0-9FDA-38B2BAD5631D}" presName="nodeRect" presStyleLbl="alignNode1" presStyleIdx="1" presStyleCnt="3">
        <dgm:presLayoutVars>
          <dgm:bulletEnabled val="1"/>
        </dgm:presLayoutVars>
      </dgm:prSet>
      <dgm:spPr/>
    </dgm:pt>
    <dgm:pt modelId="{759B90DF-D908-48A5-9DE2-185CA86C009A}" type="pres">
      <dgm:prSet presAssocID="{35FF0144-9724-41C9-BE73-ACF78AA0C55D}" presName="sibTrans" presStyleCnt="0"/>
      <dgm:spPr/>
    </dgm:pt>
    <dgm:pt modelId="{D40C2135-8947-46E1-89AB-BFC9BEADC1DC}" type="pres">
      <dgm:prSet presAssocID="{A8C04468-A1D4-46C4-A8E8-D2142839158D}" presName="compositeNode" presStyleCnt="0">
        <dgm:presLayoutVars>
          <dgm:bulletEnabled val="1"/>
        </dgm:presLayoutVars>
      </dgm:prSet>
      <dgm:spPr/>
    </dgm:pt>
    <dgm:pt modelId="{63091016-E9FE-486D-A3DE-06798374F517}" type="pres">
      <dgm:prSet presAssocID="{A8C04468-A1D4-46C4-A8E8-D2142839158D}" presName="bgRect" presStyleLbl="alignNode1" presStyleIdx="2" presStyleCnt="3"/>
      <dgm:spPr/>
    </dgm:pt>
    <dgm:pt modelId="{8EA785E5-D087-42C2-BE69-01FCBDFA0921}" type="pres">
      <dgm:prSet presAssocID="{D77B677F-7B54-436B-A48E-70AD1C9A3442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13EA875E-61D3-4A9B-BA0E-F7DCF3C492D6}" type="pres">
      <dgm:prSet presAssocID="{A8C04468-A1D4-46C4-A8E8-D2142839158D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AD12AD2E-B184-4152-913C-A67B9A503348}" srcId="{B3BD5889-DECD-40CF-B5EC-840C89C8749A}" destId="{5454350E-D7F9-40D0-9FDA-38B2BAD5631D}" srcOrd="1" destOrd="0" parTransId="{720E5F5E-B0B6-48A7-BC8B-6650591B6970}" sibTransId="{35FF0144-9724-41C9-BE73-ACF78AA0C55D}"/>
    <dgm:cxn modelId="{3D752E38-BA2A-4AAD-8146-8A24C1405E32}" type="presOf" srcId="{5454350E-D7F9-40D0-9FDA-38B2BAD5631D}" destId="{2E7F4616-DD3A-4F85-AA41-0981DDC3C100}" srcOrd="1" destOrd="0" presId="urn:microsoft.com/office/officeart/2016/7/layout/LinearBlockProcessNumbered"/>
    <dgm:cxn modelId="{0681E741-91DA-4FC2-8CFD-1E23AA79AE70}" type="presOf" srcId="{5454350E-D7F9-40D0-9FDA-38B2BAD5631D}" destId="{78FF8190-D32D-49B2-87C2-621BB85A0233}" srcOrd="0" destOrd="0" presId="urn:microsoft.com/office/officeart/2016/7/layout/LinearBlockProcessNumbered"/>
    <dgm:cxn modelId="{ABC65742-F17B-424E-A448-8EFBCB88385C}" srcId="{B3BD5889-DECD-40CF-B5EC-840C89C8749A}" destId="{A8C04468-A1D4-46C4-A8E8-D2142839158D}" srcOrd="2" destOrd="0" parTransId="{3B4CDEFA-1791-4409-B35E-818162D3BADF}" sibTransId="{D77B677F-7B54-436B-A48E-70AD1C9A3442}"/>
    <dgm:cxn modelId="{B60ED96A-E286-4732-B6EB-9D0C6C4EEAE1}" type="presOf" srcId="{DFD641C4-E3BE-4B5A-B883-D9D2D8BD9615}" destId="{F7921A98-A8B9-4CDA-B274-9F79B4DD1ED5}" srcOrd="0" destOrd="0" presId="urn:microsoft.com/office/officeart/2016/7/layout/LinearBlockProcessNumbered"/>
    <dgm:cxn modelId="{BD247D7F-C71B-4244-B167-AA2556C84F33}" type="presOf" srcId="{A8C04468-A1D4-46C4-A8E8-D2142839158D}" destId="{13EA875E-61D3-4A9B-BA0E-F7DCF3C492D6}" srcOrd="1" destOrd="0" presId="urn:microsoft.com/office/officeart/2016/7/layout/LinearBlockProcessNumbered"/>
    <dgm:cxn modelId="{988E5BC2-57DE-49C8-AE98-D44CF66833EE}" type="presOf" srcId="{35FF0144-9724-41C9-BE73-ACF78AA0C55D}" destId="{9E6DB2AA-FD48-4248-995D-CF5A8A007893}" srcOrd="0" destOrd="0" presId="urn:microsoft.com/office/officeart/2016/7/layout/LinearBlockProcessNumbered"/>
    <dgm:cxn modelId="{057537CC-03A7-4650-B69F-ACD6D99456CC}" type="presOf" srcId="{A8C04468-A1D4-46C4-A8E8-D2142839158D}" destId="{63091016-E9FE-486D-A3DE-06798374F517}" srcOrd="0" destOrd="0" presId="urn:microsoft.com/office/officeart/2016/7/layout/LinearBlockProcessNumbered"/>
    <dgm:cxn modelId="{842415CF-941C-44EE-9F63-451444222528}" type="presOf" srcId="{DFD641C4-E3BE-4B5A-B883-D9D2D8BD9615}" destId="{B5805EDB-9D5C-413F-AEED-505403ADDC59}" srcOrd="1" destOrd="0" presId="urn:microsoft.com/office/officeart/2016/7/layout/LinearBlockProcessNumbered"/>
    <dgm:cxn modelId="{866962DF-DF2F-43F9-97F5-250D7E5CF85D}" srcId="{B3BD5889-DECD-40CF-B5EC-840C89C8749A}" destId="{DFD641C4-E3BE-4B5A-B883-D9D2D8BD9615}" srcOrd="0" destOrd="0" parTransId="{FB9D89B8-F8CF-4E0F-8D83-80B2D755DE23}" sibTransId="{F29B7CA3-55FE-45B8-BBA5-271917C38F2D}"/>
    <dgm:cxn modelId="{B161DDE8-7052-424B-A71D-15690D780B31}" type="presOf" srcId="{D77B677F-7B54-436B-A48E-70AD1C9A3442}" destId="{8EA785E5-D087-42C2-BE69-01FCBDFA0921}" srcOrd="0" destOrd="0" presId="urn:microsoft.com/office/officeart/2016/7/layout/LinearBlockProcessNumbered"/>
    <dgm:cxn modelId="{4A9C4AEB-C240-4D92-9184-7820DF3B08C3}" type="presOf" srcId="{B3BD5889-DECD-40CF-B5EC-840C89C8749A}" destId="{692A4118-C360-44FE-A19C-0E7CCE4F941A}" srcOrd="0" destOrd="0" presId="urn:microsoft.com/office/officeart/2016/7/layout/LinearBlockProcessNumbered"/>
    <dgm:cxn modelId="{C0EB06F8-2FE0-434F-B568-C991D5A7B266}" type="presOf" srcId="{F29B7CA3-55FE-45B8-BBA5-271917C38F2D}" destId="{8026392D-0FEE-4460-A2BF-402829801071}" srcOrd="0" destOrd="0" presId="urn:microsoft.com/office/officeart/2016/7/layout/LinearBlockProcessNumbered"/>
    <dgm:cxn modelId="{B4C1C535-EB58-499C-9C57-F58FF8BA6801}" type="presParOf" srcId="{692A4118-C360-44FE-A19C-0E7CCE4F941A}" destId="{F1C1B5B6-6F60-4DEB-B472-E6606B2F785E}" srcOrd="0" destOrd="0" presId="urn:microsoft.com/office/officeart/2016/7/layout/LinearBlockProcessNumbered"/>
    <dgm:cxn modelId="{D9680281-56BB-4C30-AC8F-2E6EF410A03F}" type="presParOf" srcId="{F1C1B5B6-6F60-4DEB-B472-E6606B2F785E}" destId="{F7921A98-A8B9-4CDA-B274-9F79B4DD1ED5}" srcOrd="0" destOrd="0" presId="urn:microsoft.com/office/officeart/2016/7/layout/LinearBlockProcessNumbered"/>
    <dgm:cxn modelId="{6262620B-45F3-4E69-8905-040B35BAA2B8}" type="presParOf" srcId="{F1C1B5B6-6F60-4DEB-B472-E6606B2F785E}" destId="{8026392D-0FEE-4460-A2BF-402829801071}" srcOrd="1" destOrd="0" presId="urn:microsoft.com/office/officeart/2016/7/layout/LinearBlockProcessNumbered"/>
    <dgm:cxn modelId="{80E00D35-CE1B-4638-A339-04AEF750366C}" type="presParOf" srcId="{F1C1B5B6-6F60-4DEB-B472-E6606B2F785E}" destId="{B5805EDB-9D5C-413F-AEED-505403ADDC59}" srcOrd="2" destOrd="0" presId="urn:microsoft.com/office/officeart/2016/7/layout/LinearBlockProcessNumbered"/>
    <dgm:cxn modelId="{4F9DB299-9432-46E3-86F1-7257200E3EDD}" type="presParOf" srcId="{692A4118-C360-44FE-A19C-0E7CCE4F941A}" destId="{EC4982F6-B96C-4507-B62E-9322DDD999D1}" srcOrd="1" destOrd="0" presId="urn:microsoft.com/office/officeart/2016/7/layout/LinearBlockProcessNumbered"/>
    <dgm:cxn modelId="{F2792C12-31B8-44C9-84AE-51043215B373}" type="presParOf" srcId="{692A4118-C360-44FE-A19C-0E7CCE4F941A}" destId="{45B7E5DA-657F-41A8-80B7-CE1A3A050227}" srcOrd="2" destOrd="0" presId="urn:microsoft.com/office/officeart/2016/7/layout/LinearBlockProcessNumbered"/>
    <dgm:cxn modelId="{18E849F8-FC55-4168-A5F6-C83FD6CF73FC}" type="presParOf" srcId="{45B7E5DA-657F-41A8-80B7-CE1A3A050227}" destId="{78FF8190-D32D-49B2-87C2-621BB85A0233}" srcOrd="0" destOrd="0" presId="urn:microsoft.com/office/officeart/2016/7/layout/LinearBlockProcessNumbered"/>
    <dgm:cxn modelId="{0C6DC0A0-00F9-4799-A70F-E71FC09E6DA1}" type="presParOf" srcId="{45B7E5DA-657F-41A8-80B7-CE1A3A050227}" destId="{9E6DB2AA-FD48-4248-995D-CF5A8A007893}" srcOrd="1" destOrd="0" presId="urn:microsoft.com/office/officeart/2016/7/layout/LinearBlockProcessNumbered"/>
    <dgm:cxn modelId="{7AA604B9-37E3-4CD6-8A82-9D23ECC905DA}" type="presParOf" srcId="{45B7E5DA-657F-41A8-80B7-CE1A3A050227}" destId="{2E7F4616-DD3A-4F85-AA41-0981DDC3C100}" srcOrd="2" destOrd="0" presId="urn:microsoft.com/office/officeart/2016/7/layout/LinearBlockProcessNumbered"/>
    <dgm:cxn modelId="{2652FB24-E860-4277-BC7E-94ED985F4584}" type="presParOf" srcId="{692A4118-C360-44FE-A19C-0E7CCE4F941A}" destId="{759B90DF-D908-48A5-9DE2-185CA86C009A}" srcOrd="3" destOrd="0" presId="urn:microsoft.com/office/officeart/2016/7/layout/LinearBlockProcessNumbered"/>
    <dgm:cxn modelId="{3E5F1DF5-D7DC-451D-B283-4CDA214DF21B}" type="presParOf" srcId="{692A4118-C360-44FE-A19C-0E7CCE4F941A}" destId="{D40C2135-8947-46E1-89AB-BFC9BEADC1DC}" srcOrd="4" destOrd="0" presId="urn:microsoft.com/office/officeart/2016/7/layout/LinearBlockProcessNumbered"/>
    <dgm:cxn modelId="{E97C9393-B142-4343-B3E4-FC6EEACFA34D}" type="presParOf" srcId="{D40C2135-8947-46E1-89AB-BFC9BEADC1DC}" destId="{63091016-E9FE-486D-A3DE-06798374F517}" srcOrd="0" destOrd="0" presId="urn:microsoft.com/office/officeart/2016/7/layout/LinearBlockProcessNumbered"/>
    <dgm:cxn modelId="{21FF9965-7620-462C-A112-2A006B7661D2}" type="presParOf" srcId="{D40C2135-8947-46E1-89AB-BFC9BEADC1DC}" destId="{8EA785E5-D087-42C2-BE69-01FCBDFA0921}" srcOrd="1" destOrd="0" presId="urn:microsoft.com/office/officeart/2016/7/layout/LinearBlockProcessNumbered"/>
    <dgm:cxn modelId="{AC5D8961-2DEE-4730-8338-01BFF2A0E24D}" type="presParOf" srcId="{D40C2135-8947-46E1-89AB-BFC9BEADC1DC}" destId="{13EA875E-61D3-4A9B-BA0E-F7DCF3C492D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5B863-7F69-4FAC-A49D-C25D654A42F9}">
      <dsp:nvSpPr>
        <dsp:cNvPr id="0" name=""/>
        <dsp:cNvSpPr/>
      </dsp:nvSpPr>
      <dsp:spPr>
        <a:xfrm>
          <a:off x="0" y="46519"/>
          <a:ext cx="5127171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Largest share</a:t>
          </a:r>
          <a:r>
            <a:rPr lang="en-US" sz="1700" b="0" i="0" kern="1200" baseline="0" dirty="0"/>
            <a:t> of families spend </a:t>
          </a:r>
          <a:r>
            <a:rPr lang="en-US" sz="1700" b="1" i="0" kern="1200" baseline="0" dirty="0"/>
            <a:t>15–25%</a:t>
          </a:r>
          <a:r>
            <a:rPr lang="en-US" sz="1700" b="0" i="0" kern="1200" baseline="0" dirty="0"/>
            <a:t> of income on childcare (124.88%).</a:t>
          </a:r>
          <a:endParaRPr lang="en-US" sz="1700" kern="1200" dirty="0"/>
        </a:p>
      </dsp:txBody>
      <dsp:txXfrm>
        <a:off x="33012" y="79531"/>
        <a:ext cx="5061147" cy="610236"/>
      </dsp:txXfrm>
    </dsp:sp>
    <dsp:sp modelId="{BFFE0742-519E-49A4-ADF0-F96AA6794BDE}">
      <dsp:nvSpPr>
        <dsp:cNvPr id="0" name=""/>
        <dsp:cNvSpPr/>
      </dsp:nvSpPr>
      <dsp:spPr>
        <a:xfrm>
          <a:off x="0" y="771740"/>
          <a:ext cx="5127171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10–15%</a:t>
          </a:r>
          <a:r>
            <a:rPr lang="en-US" sz="1700" b="0" i="0" kern="1200" baseline="0" dirty="0"/>
            <a:t> range is also significant (108.60%).</a:t>
          </a:r>
          <a:endParaRPr lang="en-US" sz="1700" kern="1200" dirty="0"/>
        </a:p>
      </dsp:txBody>
      <dsp:txXfrm>
        <a:off x="33012" y="804752"/>
        <a:ext cx="5061147" cy="610236"/>
      </dsp:txXfrm>
    </dsp:sp>
    <dsp:sp modelId="{2B54BBE2-3CE0-4DE6-AC45-50AF47793BFC}">
      <dsp:nvSpPr>
        <dsp:cNvPr id="0" name=""/>
        <dsp:cNvSpPr/>
      </dsp:nvSpPr>
      <dsp:spPr>
        <a:xfrm>
          <a:off x="0" y="1496960"/>
          <a:ext cx="5127171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25–50%</a:t>
          </a:r>
          <a:r>
            <a:rPr lang="en-US" sz="1700" b="0" i="0" kern="1200" baseline="0"/>
            <a:t>: 105.57%, showing a sizable high-cost burden group.</a:t>
          </a:r>
          <a:endParaRPr lang="en-US" sz="1700" kern="1200"/>
        </a:p>
      </dsp:txBody>
      <dsp:txXfrm>
        <a:off x="33012" y="1529972"/>
        <a:ext cx="5061147" cy="610236"/>
      </dsp:txXfrm>
    </dsp:sp>
    <dsp:sp modelId="{346A3DCF-44B0-403D-B791-7A4089669EDA}">
      <dsp:nvSpPr>
        <dsp:cNvPr id="0" name=""/>
        <dsp:cNvSpPr/>
      </dsp:nvSpPr>
      <dsp:spPr>
        <a:xfrm>
          <a:off x="0" y="2222180"/>
          <a:ext cx="5127171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&gt;50%</a:t>
          </a:r>
          <a:r>
            <a:rPr lang="en-US" sz="1700" b="0" i="0" kern="1200" baseline="0"/>
            <a:t>: 91.93%, indicating extreme affordability issues for many families.</a:t>
          </a:r>
          <a:endParaRPr lang="en-US" sz="1700" kern="1200"/>
        </a:p>
      </dsp:txBody>
      <dsp:txXfrm>
        <a:off x="33012" y="2255192"/>
        <a:ext cx="5061147" cy="610236"/>
      </dsp:txXfrm>
    </dsp:sp>
    <dsp:sp modelId="{598286F5-8F4C-4228-B343-21918AD2D192}">
      <dsp:nvSpPr>
        <dsp:cNvPr id="0" name=""/>
        <dsp:cNvSpPr/>
      </dsp:nvSpPr>
      <dsp:spPr>
        <a:xfrm>
          <a:off x="0" y="2947400"/>
          <a:ext cx="5127171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Lowest share</a:t>
          </a:r>
          <a:r>
            <a:rPr lang="en-US" sz="1700" b="0" i="0" kern="1200" baseline="0"/>
            <a:t>: 0–5% (98.93%) and 5–10% (80.41%), showing few families experience minimal cost burden.</a:t>
          </a:r>
          <a:endParaRPr lang="en-US" sz="1700" kern="1200"/>
        </a:p>
      </dsp:txBody>
      <dsp:txXfrm>
        <a:off x="33012" y="2980412"/>
        <a:ext cx="5061147" cy="610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ECA59-6A97-41D6-859E-933FAC73D6F2}">
      <dsp:nvSpPr>
        <dsp:cNvPr id="0" name=""/>
        <dsp:cNvSpPr/>
      </dsp:nvSpPr>
      <dsp:spPr>
        <a:xfrm>
          <a:off x="0" y="465"/>
          <a:ext cx="11029950" cy="10895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E9B3D-62FD-43DD-920D-8921919ADE06}">
      <dsp:nvSpPr>
        <dsp:cNvPr id="0" name=""/>
        <dsp:cNvSpPr/>
      </dsp:nvSpPr>
      <dsp:spPr>
        <a:xfrm>
          <a:off x="329582" y="245609"/>
          <a:ext cx="599240" cy="5992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AC8C9-C49C-40D8-B4C9-2944189DEA56}">
      <dsp:nvSpPr>
        <dsp:cNvPr id="0" name=""/>
        <dsp:cNvSpPr/>
      </dsp:nvSpPr>
      <dsp:spPr>
        <a:xfrm>
          <a:off x="1258405" y="465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Expand Child Tax Credit:</a:t>
          </a:r>
          <a:r>
            <a:rPr lang="en-US" sz="2500" kern="1200" dirty="0"/>
            <a:t> Increase federal tax credits to offset childcare expenses, particularly for families earning under $100,000 annually.</a:t>
          </a:r>
        </a:p>
      </dsp:txBody>
      <dsp:txXfrm>
        <a:off x="1258405" y="465"/>
        <a:ext cx="9771544" cy="1089528"/>
      </dsp:txXfrm>
    </dsp:sp>
    <dsp:sp modelId="{9BC1FE84-2AC5-4915-8BDB-AA09713F5829}">
      <dsp:nvSpPr>
        <dsp:cNvPr id="0" name=""/>
        <dsp:cNvSpPr/>
      </dsp:nvSpPr>
      <dsp:spPr>
        <a:xfrm>
          <a:off x="0" y="1362376"/>
          <a:ext cx="11029950" cy="10895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B4BBF9-E136-4342-BE73-2309C9C97262}">
      <dsp:nvSpPr>
        <dsp:cNvPr id="0" name=""/>
        <dsp:cNvSpPr/>
      </dsp:nvSpPr>
      <dsp:spPr>
        <a:xfrm>
          <a:off x="329582" y="1607520"/>
          <a:ext cx="599240" cy="5992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05697-4765-4F5B-AB87-A920DD1B8D05}">
      <dsp:nvSpPr>
        <dsp:cNvPr id="0" name=""/>
        <dsp:cNvSpPr/>
      </dsp:nvSpPr>
      <dsp:spPr>
        <a:xfrm>
          <a:off x="1258405" y="1362376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Subsidize Provider Infrastructure:</a:t>
          </a:r>
          <a:r>
            <a:rPr lang="en-US" sz="2500" kern="1200" dirty="0"/>
            <a:t> Invest in childcare facility construction and workforce development to increase supply and reduce costs.</a:t>
          </a:r>
        </a:p>
      </dsp:txBody>
      <dsp:txXfrm>
        <a:off x="1258405" y="1362376"/>
        <a:ext cx="9771544" cy="1089528"/>
      </dsp:txXfrm>
    </dsp:sp>
    <dsp:sp modelId="{397FB36A-7DAE-42C4-85C9-CC9CFCFB1EFB}">
      <dsp:nvSpPr>
        <dsp:cNvPr id="0" name=""/>
        <dsp:cNvSpPr/>
      </dsp:nvSpPr>
      <dsp:spPr>
        <a:xfrm>
          <a:off x="0" y="2724286"/>
          <a:ext cx="11029950" cy="10895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0F8C98-EF8E-4B55-A49F-082CFF96898E}">
      <dsp:nvSpPr>
        <dsp:cNvPr id="0" name=""/>
        <dsp:cNvSpPr/>
      </dsp:nvSpPr>
      <dsp:spPr>
        <a:xfrm>
          <a:off x="329582" y="2969430"/>
          <a:ext cx="599240" cy="5992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9E820-D41D-4F7E-BC48-95D12FB5659D}">
      <dsp:nvSpPr>
        <dsp:cNvPr id="0" name=""/>
        <dsp:cNvSpPr/>
      </dsp:nvSpPr>
      <dsp:spPr>
        <a:xfrm>
          <a:off x="1258405" y="2724286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Employer Incentives:</a:t>
          </a:r>
          <a:r>
            <a:rPr lang="en-US" sz="2500" kern="1200"/>
            <a:t> Create tax breaks for companies offering childcare benefits or on-site facilities to their employees.</a:t>
          </a:r>
        </a:p>
      </dsp:txBody>
      <dsp:txXfrm>
        <a:off x="1258405" y="2724286"/>
        <a:ext cx="9771544" cy="10895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921A98-A8B9-4CDA-B274-9F79B4DD1ED5}">
      <dsp:nvSpPr>
        <dsp:cNvPr id="0" name=""/>
        <dsp:cNvSpPr/>
      </dsp:nvSpPr>
      <dsp:spPr>
        <a:xfrm>
          <a:off x="861" y="0"/>
          <a:ext cx="3489945" cy="38142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Economic Impact:</a:t>
          </a:r>
          <a:r>
            <a:rPr lang="en-US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High childcare costs reduce workforce participation, particularly among women, limiting economic growth and household income potential.</a:t>
          </a:r>
        </a:p>
      </dsp:txBody>
      <dsp:txXfrm>
        <a:off x="861" y="1525712"/>
        <a:ext cx="3489945" cy="2288568"/>
      </dsp:txXfrm>
    </dsp:sp>
    <dsp:sp modelId="{8026392D-0FEE-4460-A2BF-402829801071}">
      <dsp:nvSpPr>
        <dsp:cNvPr id="0" name=""/>
        <dsp:cNvSpPr/>
      </dsp:nvSpPr>
      <dsp:spPr>
        <a:xfrm>
          <a:off x="861" y="0"/>
          <a:ext cx="3489945" cy="152571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61" y="0"/>
        <a:ext cx="3489945" cy="1525712"/>
      </dsp:txXfrm>
    </dsp:sp>
    <dsp:sp modelId="{78FF8190-D32D-49B2-87C2-621BB85A0233}">
      <dsp:nvSpPr>
        <dsp:cNvPr id="0" name=""/>
        <dsp:cNvSpPr/>
      </dsp:nvSpPr>
      <dsp:spPr>
        <a:xfrm>
          <a:off x="3770002" y="0"/>
          <a:ext cx="3489945" cy="381428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Social Equity:</a:t>
          </a:r>
          <a:r>
            <a:rPr lang="en-US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Childcare accessibility creates generational wealth gaps, as families with resources can invest in quality care while others face limited options.</a:t>
          </a:r>
        </a:p>
      </dsp:txBody>
      <dsp:txXfrm>
        <a:off x="3770002" y="1525712"/>
        <a:ext cx="3489945" cy="2288568"/>
      </dsp:txXfrm>
    </dsp:sp>
    <dsp:sp modelId="{9E6DB2AA-FD48-4248-995D-CF5A8A007893}">
      <dsp:nvSpPr>
        <dsp:cNvPr id="0" name=""/>
        <dsp:cNvSpPr/>
      </dsp:nvSpPr>
      <dsp:spPr>
        <a:xfrm>
          <a:off x="3770002" y="0"/>
          <a:ext cx="3489945" cy="152571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70002" y="0"/>
        <a:ext cx="3489945" cy="1525712"/>
      </dsp:txXfrm>
    </dsp:sp>
    <dsp:sp modelId="{63091016-E9FE-486D-A3DE-06798374F517}">
      <dsp:nvSpPr>
        <dsp:cNvPr id="0" name=""/>
        <dsp:cNvSpPr/>
      </dsp:nvSpPr>
      <dsp:spPr>
        <a:xfrm>
          <a:off x="7539143" y="0"/>
          <a:ext cx="3489945" cy="381428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Policy Urgency:</a:t>
          </a:r>
          <a:r>
            <a:rPr lang="en-US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Without intervention, childcare costs will continue outpacing wage growth, requiring comprehensive federal and state-level solutions.</a:t>
          </a:r>
        </a:p>
      </dsp:txBody>
      <dsp:txXfrm>
        <a:off x="7539143" y="1525712"/>
        <a:ext cx="3489945" cy="2288568"/>
      </dsp:txXfrm>
    </dsp:sp>
    <dsp:sp modelId="{8EA785E5-D087-42C2-BE69-01FCBDFA0921}">
      <dsp:nvSpPr>
        <dsp:cNvPr id="0" name=""/>
        <dsp:cNvSpPr/>
      </dsp:nvSpPr>
      <dsp:spPr>
        <a:xfrm>
          <a:off x="7539143" y="0"/>
          <a:ext cx="3489945" cy="152571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539143" y="0"/>
        <a:ext cx="3489945" cy="1525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1D444-E7FA-48E7-AA74-A2D8636EEC6B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0C99E-D81E-4337-8253-2D360648A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321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070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Childcare costs are rising across the country, often faster than household incomes. </a:t>
            </a:r>
          </a:p>
          <a:p>
            <a:r>
              <a:rPr lang="en-US" dirty="0"/>
              <a:t>This puts the greatest strain on low- and middle-income families, limiting their access to quality care. </a:t>
            </a:r>
          </a:p>
          <a:p>
            <a:r>
              <a:rPr lang="en-US" dirty="0"/>
              <a:t>Affordability also varies widely depending on where families live. </a:t>
            </a:r>
          </a:p>
          <a:p>
            <a:r>
              <a:rPr lang="en-US" dirty="0"/>
              <a:t>Our analysis examines cost trends, income burdens, and regional differences to help guide effective policy and community solutions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017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compares median household income (MHI) and median annual childcare costs from 2008 to 2018. </a:t>
            </a:r>
          </a:p>
          <a:p>
            <a:r>
              <a:rPr lang="en-US" dirty="0"/>
              <a:t>Over this decade, MHI grew from around $41,633 to nearly $49,888, showing a steady rise. </a:t>
            </a:r>
          </a:p>
          <a:p>
            <a:r>
              <a:rPr lang="en-US" dirty="0"/>
              <a:t>However, childcare costs also increased consistently, from $4,960 in 2008 to $6,256 in 2018. </a:t>
            </a:r>
          </a:p>
          <a:p>
            <a:r>
              <a:rPr lang="en-US" dirty="0"/>
              <a:t>While incomes rose by about 20%, childcare costs rose by more than 26%, indicating that childcare expenses are growing faster than household earnings. </a:t>
            </a:r>
          </a:p>
          <a:p>
            <a:r>
              <a:rPr lang="en-US" dirty="0"/>
              <a:t>This trend suggests an increasing strain on family budgets, even as overall incomes improve.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98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Significant cost gap exists between infant and preschool care across states.</a:t>
            </a:r>
          </a:p>
          <a:p>
            <a:r>
              <a:rPr lang="en-US" dirty="0"/>
              <a:t>Difference ranges from as low as $3.58 to as high as $53.57 per week.</a:t>
            </a:r>
          </a:p>
          <a:p>
            <a:r>
              <a:rPr lang="en-US" dirty="0"/>
              <a:t>Many states show much higher costs for infant care compared to preschool.</a:t>
            </a:r>
          </a:p>
          <a:p>
            <a:r>
              <a:rPr lang="en-US" dirty="0"/>
              <a:t>Highlights the urgent need to address affordability for infant care.</a:t>
            </a:r>
          </a:p>
          <a:p>
            <a:r>
              <a:rPr lang="en-US" dirty="0"/>
              <a:t>Understanding this gap helps prioritize funding and policy interventions.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483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Texas (99.86%), Connecticut (99.31%), Arizona (98.17%), Pennsylvania (98.89%), Wyoming (98.64%), and Washington (96.13%) show the highest burdens.</a:t>
            </a:r>
          </a:p>
          <a:p>
            <a:r>
              <a:rPr lang="en-US" dirty="0"/>
              <a:t>Majority of states exceed 70% of families over the affordability threshold.</a:t>
            </a:r>
          </a:p>
          <a:p>
            <a:r>
              <a:rPr lang="en-US" dirty="0"/>
              <a:t>We also see Alaska (12.38%), California (8.83%), Missouri (1.66%), and Illinois (6.37%) having significantly lower shares.</a:t>
            </a:r>
          </a:p>
          <a:p>
            <a:r>
              <a:rPr lang="en-US" dirty="0"/>
              <a:t>This indicates there is large disparities between highest and lowest states (range: ~1.66% to ~99.86%).</a:t>
            </a:r>
          </a:p>
          <a:p>
            <a:r>
              <a:rPr lang="en-US" dirty="0"/>
              <a:t>Many high-percentage states cluster in the Northeast, South, and West.</a:t>
            </a:r>
          </a:p>
          <a:p>
            <a:r>
              <a:rPr lang="en-US" dirty="0"/>
              <a:t>This Indicates significant national challenge; affordability issues prevalent but vary sharply by state.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480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pie chart illustrates the distribution of families based on their childcare cost-to-income ratio.</a:t>
            </a:r>
          </a:p>
          <a:p>
            <a:r>
              <a:rPr lang="en-US" dirty="0"/>
              <a:t>The largest segment falls within the 15–25% range, indicating that many families dedicate a substantial portion of their income to childcare.</a:t>
            </a:r>
          </a:p>
          <a:p>
            <a:r>
              <a:rPr lang="en-US" dirty="0"/>
              <a:t>The 10–15% and 25–50% categories also represent significant shares, suggesting that childcare costs frequently exceed the commonly accepted affordability threshold of 10%.</a:t>
            </a:r>
          </a:p>
          <a:p>
            <a:r>
              <a:rPr lang="en-US" dirty="0"/>
              <a:t>Notably, over 90% of families in the &gt;50% category face extremely high cost burdens, where childcare consumes more than half of household income.</a:t>
            </a:r>
          </a:p>
          <a:p>
            <a:r>
              <a:rPr lang="en-US" dirty="0"/>
              <a:t>Conversely, relatively few families fall into the 0–5% or 5–10% ranges, indicating that only a small minority experiences minimal childcare expenses relative to income.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991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84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271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64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063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6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78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00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49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3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82884F1-FFEA-405F-9602-3DCA865EDA4E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6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000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2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8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291B17-9318-49DB-B28B-6E5994AE9581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1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3" r:id="rId1"/>
    <p:sldLayoutId id="2147484124" r:id="rId2"/>
    <p:sldLayoutId id="2147484125" r:id="rId3"/>
    <p:sldLayoutId id="2147484126" r:id="rId4"/>
    <p:sldLayoutId id="2147484127" r:id="rId5"/>
    <p:sldLayoutId id="2147484128" r:id="rId6"/>
    <p:sldLayoutId id="2147484129" r:id="rId7"/>
    <p:sldLayoutId id="2147484130" r:id="rId8"/>
    <p:sldLayoutId id="2147484131" r:id="rId9"/>
    <p:sldLayoutId id="2147484132" r:id="rId10"/>
    <p:sldLayoutId id="214748413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40B2299-7549-3C0A-A88F-006CC54C7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686015"/>
          </a:xfrm>
        </p:spPr>
        <p:txBody>
          <a:bodyPr>
            <a:normAutofit/>
          </a:bodyPr>
          <a:lstStyle/>
          <a:p>
            <a:r>
              <a:rPr lang="en-US" sz="4400"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The Childcare Cost Crisis: Understanding Affordability and Policy Solutions</a:t>
            </a:r>
            <a:br>
              <a:rPr lang="en-US" sz="4400"/>
            </a:br>
            <a:endParaRPr lang="en-IN" sz="440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7C1E1C7-6B0F-81DA-396C-FE3234172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" pitchFamily="34" charset="0"/>
              </a:rPr>
              <a:t>Dilip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Quattrocento" pitchFamily="34" charset="0"/>
              </a:rPr>
              <a:t>kumar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" pitchFamily="34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Quattrocento" pitchFamily="34" charset="0"/>
              </a:rPr>
              <a:t>balu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Quattrocento" pitchFamily="34" charset="0"/>
            </a:endParaRPr>
          </a:p>
          <a:p>
            <a:r>
              <a:rPr lang="en-IN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" pitchFamily="34" charset="0"/>
              </a:rPr>
              <a:t>Data Presentation and Visualization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Quattrocento" pitchFamily="34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BB309A9B-16B6-B575-6D38-BA97558DE9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53" r="-2" b="12451"/>
          <a:stretch>
            <a:fillRect/>
          </a:stretch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995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1960BE-0913-F7A0-6CBC-5F5C9821B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spc="-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10" name="Picture 9" descr="A graph and money bag with coins and calculator&#10;&#10;AI-generated content may be incorrect.">
            <a:extLst>
              <a:ext uri="{FF2B5EF4-FFF2-40B4-BE49-F238E27FC236}">
                <a16:creationId xmlns:a16="http://schemas.microsoft.com/office/drawing/2014/main" id="{33972E08-317F-4946-7E05-663D795757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19" r="10693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48920EC-4281-B51D-8530-9996ACBDC3D1}"/>
              </a:ext>
            </a:extLst>
          </p:cNvPr>
          <p:cNvSpPr txBox="1"/>
          <p:nvPr/>
        </p:nvSpPr>
        <p:spPr>
          <a:xfrm>
            <a:off x="5181601" y="2198914"/>
            <a:ext cx="6368142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Calibri" panose="020F050202020403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Childcare expenses continue to rise nationwide, often outpacing household income growth.</a:t>
            </a: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The burden falls most heavily on low- and middle-income families, limiting access to affordable, quality care.</a:t>
            </a: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Affordability is shaped by both income levels and where families live.</a:t>
            </a: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This analysis explores childcare costs, income burdens, and regional disparities, offering insights to guide policymakers, advocates, and communities toward effective solutions.</a:t>
            </a:r>
          </a:p>
        </p:txBody>
      </p:sp>
    </p:spTree>
    <p:extLst>
      <p:ext uri="{BB962C8B-B14F-4D97-AF65-F5344CB8AC3E}">
        <p14:creationId xmlns:p14="http://schemas.microsoft.com/office/powerpoint/2010/main" val="9966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D13D7-1746-FC83-8872-3FB8C85E2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rgbClr val="FFFFFF"/>
                </a:solidFill>
              </a:rPr>
              <a:t>Median Household Income vs Childcare Cost Over Time</a:t>
            </a:r>
            <a:endParaRPr lang="en-IN" sz="3100" b="1" dirty="0">
              <a:solidFill>
                <a:srgbClr val="FFFFFF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C28C6BB-5229-FDD0-17C6-714FA13536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371" y="2653800"/>
            <a:ext cx="3084844" cy="33355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 household income increased by about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21%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(from $41K to $49.8K)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Childcare costs increased by nearly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26%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(from $4.9K to $6.2K)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Childcare cost growth outpaces income growth by roughly </a:t>
            </a:r>
            <a:r>
              <a:rPr lang="en-US" alt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percentage points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500" dirty="0">
                <a:solidFill>
                  <a:srgbClr val="FFFFFF"/>
                </a:solidFill>
                <a:latin typeface="Arial" panose="020B0604020202020204" pitchFamily="34" charset="0"/>
              </a:rPr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ndicates rising financial pressure on families over time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Content Placeholder 4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320FB0FF-8518-4BC2-20DC-51F403994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742017" y="1907929"/>
            <a:ext cx="6798082" cy="304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7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98F28-36E6-F2A6-717A-368A6E69F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/>
              <a:t>Infant vs Preschool Care Cost Gap by State</a:t>
            </a:r>
          </a:p>
        </p:txBody>
      </p:sp>
      <p:pic>
        <p:nvPicPr>
          <p:cNvPr id="6" name="Content Placeholder 5" descr="A graph of a number of red and white bars&#10;&#10;AI-generated content may be incorrect.">
            <a:extLst>
              <a:ext uri="{FF2B5EF4-FFF2-40B4-BE49-F238E27FC236}">
                <a16:creationId xmlns:a16="http://schemas.microsoft.com/office/drawing/2014/main" id="{66737468-E859-7A9C-444A-1278E384A6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1245063"/>
            <a:ext cx="5451627" cy="4047833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6">
            <a:extLst>
              <a:ext uri="{FF2B5EF4-FFF2-40B4-BE49-F238E27FC236}">
                <a16:creationId xmlns:a16="http://schemas.microsoft.com/office/drawing/2014/main" id="{950C10E1-DFD5-2AC6-C579-7F5DD2B5A6E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411684" y="2198914"/>
            <a:ext cx="5127172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45720" rIns="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buSzTx/>
              <a:buFont typeface="Calibri" panose="020F050202020403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R="0" lvl="0" fontAlgn="base"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Infant vs preschool care cost gap: $3.58 to $53.57/week</a:t>
            </a:r>
          </a:p>
          <a:p>
            <a:pPr marR="0" lvl="0" fontAlgn="base"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Infant care generally more expensive</a:t>
            </a:r>
          </a:p>
          <a:p>
            <a:pPr marR="0" lvl="0" fontAlgn="base"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Large variation across states</a:t>
            </a:r>
          </a:p>
          <a:p>
            <a:pPr marR="0" lvl="0" fontAlgn="base"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Critical affordability issue for infant care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883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18CD-FBC4-38E6-11A1-684A135E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 b="1" dirty="0"/>
              <a:t>Families Exceeding Childcare Affordability Threshold (10%)</a:t>
            </a:r>
          </a:p>
        </p:txBody>
      </p:sp>
      <p:pic>
        <p:nvPicPr>
          <p:cNvPr id="6" name="Content Placeholder 5" descr="A graph with orange dots&#10;&#10;AI-generated content may be incorrect.">
            <a:extLst>
              <a:ext uri="{FF2B5EF4-FFF2-40B4-BE49-F238E27FC236}">
                <a16:creationId xmlns:a16="http://schemas.microsoft.com/office/drawing/2014/main" id="{937BC9F6-2596-0AD3-9F39-9686F9D21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543" y="1797523"/>
            <a:ext cx="6953577" cy="293788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4E9133B-944E-808D-67D8-84EE679EBB3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49225" y="2133600"/>
            <a:ext cx="3650278" cy="375925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buSzTx/>
              <a:buFont typeface="Wingdings 3" charset="2"/>
              <a:buChar char="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70%+ families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exceed 10% childcare cost in many states.</a:t>
            </a:r>
          </a:p>
          <a:p>
            <a:pPr marL="0" marR="0" lvl="0" indent="0" fontAlgn="base">
              <a:buSzTx/>
              <a:buFont typeface="Wingdings 3" charset="2"/>
              <a:buChar char="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Highest: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TX 99.86%, CT 99.31%, AZ 98.17%, PA 98.89%, WY 98.64%.</a:t>
            </a:r>
          </a:p>
          <a:p>
            <a:pPr marL="0" marR="0" lvl="0" indent="0" fontAlgn="base">
              <a:buSzTx/>
              <a:buFont typeface="Wingdings 3" charset="2"/>
              <a:buChar char="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Lowest: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MO 1.66%, IL 6.37%, CA 8.83%, NY 8.55%.</a:t>
            </a:r>
          </a:p>
          <a:p>
            <a:pPr marL="0" marR="0" lvl="0" indent="0" fontAlgn="base">
              <a:buSzTx/>
              <a:buFont typeface="Wingdings 3" charset="2"/>
              <a:buChar char="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Gap: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~98 percentage points between highest &amp; lowest.</a:t>
            </a:r>
          </a:p>
          <a:p>
            <a:pPr marL="0" marR="0" lvl="0" indent="0" fontAlgn="base">
              <a:buSzTx/>
              <a:buFont typeface="Wingdings 3" charset="2"/>
              <a:buChar char="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Affordability issues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widespread but uneven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across states.</a:t>
            </a:r>
          </a:p>
          <a:p>
            <a:pPr marL="0" marR="0" lvl="0" indent="0" fontAlgn="base">
              <a:buSzTx/>
              <a:buFont typeface="Wingdings 3" charset="2"/>
              <a:buChar char="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4149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65D6C-7464-6BA5-7826-11E4BE96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34" y="370869"/>
            <a:ext cx="5366656" cy="146519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Distribution of Families by Childcare Cost-to-Income Ratio</a:t>
            </a:r>
            <a:endParaRPr lang="en-US" sz="4800" b="1" dirty="0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47" name="Rectangle 1">
            <a:extLst>
              <a:ext uri="{FF2B5EF4-FFF2-40B4-BE49-F238E27FC236}">
                <a16:creationId xmlns:a16="http://schemas.microsoft.com/office/drawing/2014/main" id="{31B52507-925C-467F-1D55-D15B69C7C4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4589447"/>
              </p:ext>
            </p:extLst>
          </p:nvPr>
        </p:nvGraphicFramePr>
        <p:xfrm>
          <a:off x="490917" y="2206936"/>
          <a:ext cx="5127172" cy="3670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F40734-2385-BA83-B2DC-F4EACC3B1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" t="17809" r="2524"/>
          <a:stretch>
            <a:fillRect/>
          </a:stretch>
        </p:blipFill>
        <p:spPr>
          <a:xfrm>
            <a:off x="5938724" y="1211042"/>
            <a:ext cx="5828191" cy="42503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1965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FF3D1B-726A-A88F-A4FC-95B95ECE1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Policy Recommendations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5128B3D0-FA90-4D81-E384-18495A2A8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361580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5927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2B97-424A-31C0-8D65-B0DF2D786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Implications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711E36-C926-5298-D64D-FC85E1819D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458417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995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83C90-3FB7-2966-57D9-988503768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21" y="674915"/>
            <a:ext cx="11029616" cy="571473"/>
          </a:xfrm>
        </p:spPr>
        <p:txBody>
          <a:bodyPr>
            <a:normAutofit fontScale="90000"/>
          </a:bodyPr>
          <a:lstStyle/>
          <a:p>
            <a:r>
              <a:rPr lang="en-IN" dirty="0"/>
              <a:t>Tableau Dashboard</a:t>
            </a:r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BA39879C-A1C8-46B0-B5DD-98E77F69F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05" y="1846263"/>
            <a:ext cx="10021715" cy="4022725"/>
          </a:xfrm>
        </p:spPr>
      </p:pic>
    </p:spTree>
    <p:extLst>
      <p:ext uri="{BB962C8B-B14F-4D97-AF65-F5344CB8AC3E}">
        <p14:creationId xmlns:p14="http://schemas.microsoft.com/office/powerpoint/2010/main" val="764493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32F713-8B33-1DA5-F7B5-E00050529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35060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784</TotalTime>
  <Words>944</Words>
  <Application>Microsoft Office PowerPoint</Application>
  <PresentationFormat>Widescreen</PresentationFormat>
  <Paragraphs>82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Quattrocento</vt:lpstr>
      <vt:lpstr>Sora Semi Bold</vt:lpstr>
      <vt:lpstr>Syne Extra Bold</vt:lpstr>
      <vt:lpstr>Wingdings</vt:lpstr>
      <vt:lpstr>Wingdings 3</vt:lpstr>
      <vt:lpstr>Retrospect</vt:lpstr>
      <vt:lpstr>The Childcare Cost Crisis: Understanding Affordability and Policy Solutions </vt:lpstr>
      <vt:lpstr>Introduction</vt:lpstr>
      <vt:lpstr>Median Household Income vs Childcare Cost Over Time</vt:lpstr>
      <vt:lpstr>Infant vs Preschool Care Cost Gap by State</vt:lpstr>
      <vt:lpstr>Families Exceeding Childcare Affordability Threshold (10%)</vt:lpstr>
      <vt:lpstr>Distribution of Families by Childcare Cost-to-Income Ratio</vt:lpstr>
      <vt:lpstr>Policy Recommendations</vt:lpstr>
      <vt:lpstr>Implications</vt:lpstr>
      <vt:lpstr>Tableau Dashboard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Karthika Vellingiri</dc:creator>
  <cp:lastModifiedBy>Dilip Kumar Balu</cp:lastModifiedBy>
  <cp:revision>5</cp:revision>
  <dcterms:created xsi:type="dcterms:W3CDTF">2025-07-12T05:34:47Z</dcterms:created>
  <dcterms:modified xsi:type="dcterms:W3CDTF">2026-10-04T20:15:18Z</dcterms:modified>
</cp:coreProperties>
</file>