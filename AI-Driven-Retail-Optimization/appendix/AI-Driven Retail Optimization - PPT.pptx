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4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DD6D89-CE3E-4C3C-8C9B-869729F33797}" v="3" dt="2026-02-14T12:41:23.6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ka Vellingiri" userId="2f791443-b2b6-40db-8581-89f0c0794d11" providerId="ADAL" clId="{55E25AE7-AA8E-4538-B779-72A04E739CB9}"/>
    <pc:docChg chg="undo custSel addSld delSld modSld sldOrd modMainMaster addSection delSection modSection">
      <pc:chgData name="Karthika Vellingiri" userId="2f791443-b2b6-40db-8581-89f0c0794d11" providerId="ADAL" clId="{55E25AE7-AA8E-4538-B779-72A04E739CB9}" dt="2026-02-14T12:41:26.375" v="1645" actId="478"/>
      <pc:docMkLst>
        <pc:docMk/>
      </pc:docMkLst>
      <pc:sldChg chg="addSp delSp modSp mod modTransition addAnim delAnim modAnim delDesignElem">
        <pc:chgData name="Karthika Vellingiri" userId="2f791443-b2b6-40db-8581-89f0c0794d11" providerId="ADAL" clId="{55E25AE7-AA8E-4538-B779-72A04E739CB9}" dt="2026-02-14T12:41:13.729" v="1643"/>
        <pc:sldMkLst>
          <pc:docMk/>
          <pc:sldMk cId="2684657415" sldId="256"/>
        </pc:sldMkLst>
        <pc:spChg chg="add del">
          <ac:chgData name="Karthika Vellingiri" userId="2f791443-b2b6-40db-8581-89f0c0794d11" providerId="ADAL" clId="{55E25AE7-AA8E-4538-B779-72A04E739CB9}" dt="2026-01-18T22:34:10.865" v="1027"/>
          <ac:spMkLst>
            <pc:docMk/>
            <pc:sldMk cId="2684657415" sldId="256"/>
            <ac:spMk id="20" creationId="{1DB043B4-68C6-45B9-82AC-A5800EADB8DB}"/>
          </ac:spMkLst>
        </pc:spChg>
        <pc:spChg chg="add del">
          <ac:chgData name="Karthika Vellingiri" userId="2f791443-b2b6-40db-8581-89f0c0794d11" providerId="ADAL" clId="{55E25AE7-AA8E-4538-B779-72A04E739CB9}" dt="2026-01-18T22:34:10.865" v="1027"/>
          <ac:spMkLst>
            <pc:docMk/>
            <pc:sldMk cId="2684657415" sldId="256"/>
            <ac:spMk id="22" creationId="{61B0F92C-925A-4D2E-839E-EB381378C315}"/>
          </ac:spMkLst>
        </pc:spChg>
        <pc:picChg chg="add mod">
          <ac:chgData name="Karthika Vellingiri" userId="2f791443-b2b6-40db-8581-89f0c0794d11" providerId="ADAL" clId="{55E25AE7-AA8E-4538-B779-72A04E739CB9}" dt="2026-02-14T12:41:11.219" v="1642"/>
          <ac:picMkLst>
            <pc:docMk/>
            <pc:sldMk cId="2684657415" sldId="256"/>
            <ac:picMk id="4" creationId="{F202AA76-A94A-2AA0-1D58-814165479BD8}"/>
          </ac:picMkLst>
        </pc:picChg>
        <pc:picChg chg="add del">
          <ac:chgData name="Karthika Vellingiri" userId="2f791443-b2b6-40db-8581-89f0c0794d11" providerId="ADAL" clId="{55E25AE7-AA8E-4538-B779-72A04E739CB9}" dt="2026-01-19T03:17:29.434" v="1366" actId="478"/>
          <ac:picMkLst>
            <pc:docMk/>
            <pc:sldMk cId="2684657415" sldId="256"/>
            <ac:picMk id="5" creationId="{924EFBB1-6206-D375-3196-F3C54C7237EA}"/>
          </ac:picMkLst>
        </pc:picChg>
        <pc:picChg chg="add mod">
          <ac:chgData name="Karthika Vellingiri" userId="2f791443-b2b6-40db-8581-89f0c0794d11" providerId="ADAL" clId="{55E25AE7-AA8E-4538-B779-72A04E739CB9}" dt="2026-01-19T03:28:02.138" v="1641"/>
          <ac:picMkLst>
            <pc:docMk/>
            <pc:sldMk cId="2684657415" sldId="256"/>
            <ac:picMk id="26" creationId="{2810FF24-3404-A6C2-81E5-24555776C880}"/>
          </ac:picMkLst>
        </pc:picChg>
      </pc:sldChg>
      <pc:sldChg chg="addSp delSp modSp mod modTransition delAnim delDesignElem">
        <pc:chgData name="Karthika Vellingiri" userId="2f791443-b2b6-40db-8581-89f0c0794d11" providerId="ADAL" clId="{55E25AE7-AA8E-4538-B779-72A04E739CB9}" dt="2026-01-19T03:19:05.996" v="1638"/>
        <pc:sldMkLst>
          <pc:docMk/>
          <pc:sldMk cId="1362676994" sldId="257"/>
        </pc:sldMkLst>
        <pc:spChg chg="mod">
          <ac:chgData name="Karthika Vellingiri" userId="2f791443-b2b6-40db-8581-89f0c0794d11" providerId="ADAL" clId="{55E25AE7-AA8E-4538-B779-72A04E739CB9}" dt="2026-01-18T20:53:39.632" v="53" actId="207"/>
          <ac:spMkLst>
            <pc:docMk/>
            <pc:sldMk cId="1362676994" sldId="257"/>
            <ac:spMk id="2" creationId="{25B23F47-9D44-B5C3-825F-D1F17B988B3C}"/>
          </ac:spMkLst>
        </pc:spChg>
        <pc:spChg chg="add del mod">
          <ac:chgData name="Karthika Vellingiri" userId="2f791443-b2b6-40db-8581-89f0c0794d11" providerId="ADAL" clId="{55E25AE7-AA8E-4538-B779-72A04E739CB9}" dt="2026-01-18T22:34:10.865" v="1027"/>
          <ac:spMkLst>
            <pc:docMk/>
            <pc:sldMk cId="1362676994" sldId="257"/>
            <ac:spMk id="24" creationId="{60B7752B-728D-4CA3-8923-C4F7F77029E3}"/>
          </ac:spMkLst>
        </pc:spChg>
        <pc:spChg chg="add del mod">
          <ac:chgData name="Karthika Vellingiri" userId="2f791443-b2b6-40db-8581-89f0c0794d11" providerId="ADAL" clId="{55E25AE7-AA8E-4538-B779-72A04E739CB9}" dt="2026-01-18T22:34:10.865" v="1027"/>
          <ac:spMkLst>
            <pc:docMk/>
            <pc:sldMk cId="1362676994" sldId="257"/>
            <ac:spMk id="25" creationId="{429899A3-416E-4DB5-846D-023526052013}"/>
          </ac:spMkLst>
        </pc:spChg>
        <pc:graphicFrameChg chg="mod">
          <ac:chgData name="Karthika Vellingiri" userId="2f791443-b2b6-40db-8581-89f0c0794d11" providerId="ADAL" clId="{55E25AE7-AA8E-4538-B779-72A04E739CB9}" dt="2026-01-18T20:53:36.677" v="52" actId="207"/>
          <ac:graphicFrameMkLst>
            <pc:docMk/>
            <pc:sldMk cId="1362676994" sldId="257"/>
            <ac:graphicFrameMk id="26" creationId="{23BCD6C8-2DC8-4A53-EA37-6C63A68570C1}"/>
          </ac:graphicFrameMkLst>
        </pc:graphicFrameChg>
      </pc:sldChg>
      <pc:sldChg chg="addSp delSp modSp mod modTransition setBg">
        <pc:chgData name="Karthika Vellingiri" userId="2f791443-b2b6-40db-8581-89f0c0794d11" providerId="ADAL" clId="{55E25AE7-AA8E-4538-B779-72A04E739CB9}" dt="2026-01-19T03:19:05.996" v="1638"/>
        <pc:sldMkLst>
          <pc:docMk/>
          <pc:sldMk cId="3233996912" sldId="258"/>
        </pc:sldMkLst>
        <pc:spChg chg="add mod">
          <ac:chgData name="Karthika Vellingiri" userId="2f791443-b2b6-40db-8581-89f0c0794d11" providerId="ADAL" clId="{55E25AE7-AA8E-4538-B779-72A04E739CB9}" dt="2026-01-19T02:02:03.544" v="1279" actId="20577"/>
          <ac:spMkLst>
            <pc:docMk/>
            <pc:sldMk cId="3233996912" sldId="258"/>
            <ac:spMk id="5" creationId="{A3230CFD-BE43-09A0-6A71-BB2BD8EBE5A5}"/>
          </ac:spMkLst>
        </pc:spChg>
        <pc:spChg chg="mod">
          <ac:chgData name="Karthika Vellingiri" userId="2f791443-b2b6-40db-8581-89f0c0794d11" providerId="ADAL" clId="{55E25AE7-AA8E-4538-B779-72A04E739CB9}" dt="2026-01-18T20:50:08.283" v="16" actId="14100"/>
          <ac:spMkLst>
            <pc:docMk/>
            <pc:sldMk cId="3233996912" sldId="258"/>
            <ac:spMk id="51" creationId="{052E064F-F035-D9BF-24C9-3B715F807DCB}"/>
          </ac:spMkLst>
        </pc:spChg>
        <pc:spChg chg="mod">
          <ac:chgData name="Karthika Vellingiri" userId="2f791443-b2b6-40db-8581-89f0c0794d11" providerId="ADAL" clId="{55E25AE7-AA8E-4538-B779-72A04E739CB9}" dt="2026-01-18T21:06:28.345" v="229" actId="207"/>
          <ac:spMkLst>
            <pc:docMk/>
            <pc:sldMk cId="3233996912" sldId="258"/>
            <ac:spMk id="53" creationId="{203AE21E-4DC8-AB7B-FDF6-64CAE6C4038F}"/>
          </ac:spMkLst>
        </pc:spChg>
        <pc:spChg chg="mod">
          <ac:chgData name="Karthika Vellingiri" userId="2f791443-b2b6-40db-8581-89f0c0794d11" providerId="ADAL" clId="{55E25AE7-AA8E-4538-B779-72A04E739CB9}" dt="2026-01-18T20:56:08.489" v="81" actId="1076"/>
          <ac:spMkLst>
            <pc:docMk/>
            <pc:sldMk cId="3233996912" sldId="258"/>
            <ac:spMk id="54" creationId="{24BB9580-460F-6BF9-42B6-9376FD739F1A}"/>
          </ac:spMkLst>
        </pc:spChg>
        <pc:spChg chg="add mod">
          <ac:chgData name="Karthika Vellingiri" userId="2f791443-b2b6-40db-8581-89f0c0794d11" providerId="ADAL" clId="{55E25AE7-AA8E-4538-B779-72A04E739CB9}" dt="2026-01-18T20:54:12.290" v="59" actId="1076"/>
          <ac:spMkLst>
            <pc:docMk/>
            <pc:sldMk cId="3233996912" sldId="258"/>
            <ac:spMk id="55" creationId="{8ECAB3F9-E3F0-7DE4-802C-0AE1173F9754}"/>
          </ac:spMkLst>
        </pc:spChg>
        <pc:spChg chg="add del mod">
          <ac:chgData name="Karthika Vellingiri" userId="2f791443-b2b6-40db-8581-89f0c0794d11" providerId="ADAL" clId="{55E25AE7-AA8E-4538-B779-72A04E739CB9}" dt="2026-01-19T02:01:14.230" v="1230" actId="1076"/>
          <ac:spMkLst>
            <pc:docMk/>
            <pc:sldMk cId="3233996912" sldId="258"/>
            <ac:spMk id="57" creationId="{9088F538-993A-8291-3171-A229F676A0C3}"/>
          </ac:spMkLst>
        </pc:spChg>
        <pc:spChg chg="add mod">
          <ac:chgData name="Karthika Vellingiri" userId="2f791443-b2b6-40db-8581-89f0c0794d11" providerId="ADAL" clId="{55E25AE7-AA8E-4538-B779-72A04E739CB9}" dt="2026-01-18T20:54:12.290" v="59" actId="1076"/>
          <ac:spMkLst>
            <pc:docMk/>
            <pc:sldMk cId="3233996912" sldId="258"/>
            <ac:spMk id="59" creationId="{0AE0C080-A414-8B45-623C-AE75E37A804D}"/>
          </ac:spMkLst>
        </pc:spChg>
        <pc:spChg chg="mod">
          <ac:chgData name="Karthika Vellingiri" userId="2f791443-b2b6-40db-8581-89f0c0794d11" providerId="ADAL" clId="{55E25AE7-AA8E-4538-B779-72A04E739CB9}" dt="2026-01-18T21:06:28.345" v="229" actId="207"/>
          <ac:spMkLst>
            <pc:docMk/>
            <pc:sldMk cId="3233996912" sldId="258"/>
            <ac:spMk id="61" creationId="{27F7EA21-36C8-20BE-52D1-4B3DEE427725}"/>
          </ac:spMkLst>
        </pc:spChg>
        <pc:spChg chg="mod">
          <ac:chgData name="Karthika Vellingiri" userId="2f791443-b2b6-40db-8581-89f0c0794d11" providerId="ADAL" clId="{55E25AE7-AA8E-4538-B779-72A04E739CB9}" dt="2026-01-18T20:54:54.028" v="68" actId="1076"/>
          <ac:spMkLst>
            <pc:docMk/>
            <pc:sldMk cId="3233996912" sldId="258"/>
            <ac:spMk id="62" creationId="{81890A14-C235-6E6F-A671-E27E75CFE9BB}"/>
          </ac:spMkLst>
        </pc:spChg>
        <pc:spChg chg="add mod">
          <ac:chgData name="Karthika Vellingiri" userId="2f791443-b2b6-40db-8581-89f0c0794d11" providerId="ADAL" clId="{55E25AE7-AA8E-4538-B779-72A04E739CB9}" dt="2026-01-18T20:54:12.290" v="59" actId="1076"/>
          <ac:spMkLst>
            <pc:docMk/>
            <pc:sldMk cId="3233996912" sldId="258"/>
            <ac:spMk id="63" creationId="{3E27AD37-9BF9-B58F-D435-1662FF1896BD}"/>
          </ac:spMkLst>
        </pc:spChg>
        <pc:spChg chg="add mod">
          <ac:chgData name="Karthika Vellingiri" userId="2f791443-b2b6-40db-8581-89f0c0794d11" providerId="ADAL" clId="{55E25AE7-AA8E-4538-B779-72A04E739CB9}" dt="2026-01-18T20:56:29.456" v="86" actId="1076"/>
          <ac:spMkLst>
            <pc:docMk/>
            <pc:sldMk cId="3233996912" sldId="258"/>
            <ac:spMk id="66" creationId="{DBE103C0-7740-C85A-5C1F-C497690E335D}"/>
          </ac:spMkLst>
        </pc:spChg>
        <pc:spChg chg="mod">
          <ac:chgData name="Karthika Vellingiri" userId="2f791443-b2b6-40db-8581-89f0c0794d11" providerId="ADAL" clId="{55E25AE7-AA8E-4538-B779-72A04E739CB9}" dt="2026-01-18T20:56:29.456" v="86" actId="1076"/>
          <ac:spMkLst>
            <pc:docMk/>
            <pc:sldMk cId="3233996912" sldId="258"/>
            <ac:spMk id="67" creationId="{ED4034A1-0053-6B30-0816-BAA5E286E192}"/>
          </ac:spMkLst>
        </pc:spChg>
        <pc:spChg chg="add mod">
          <ac:chgData name="Karthika Vellingiri" userId="2f791443-b2b6-40db-8581-89f0c0794d11" providerId="ADAL" clId="{55E25AE7-AA8E-4538-B779-72A04E739CB9}" dt="2026-01-18T20:56:29.456" v="86" actId="1076"/>
          <ac:spMkLst>
            <pc:docMk/>
            <pc:sldMk cId="3233996912" sldId="258"/>
            <ac:spMk id="70" creationId="{8D15010E-3DF9-4A63-9911-D69ABA585D10}"/>
          </ac:spMkLst>
        </pc:spChg>
        <pc:spChg chg="add mod">
          <ac:chgData name="Karthika Vellingiri" userId="2f791443-b2b6-40db-8581-89f0c0794d11" providerId="ADAL" clId="{55E25AE7-AA8E-4538-B779-72A04E739CB9}" dt="2026-01-18T20:56:29.456" v="86" actId="1076"/>
          <ac:spMkLst>
            <pc:docMk/>
            <pc:sldMk cId="3233996912" sldId="258"/>
            <ac:spMk id="71" creationId="{FED41E00-A7AF-FA92-C401-229B23DC67B9}"/>
          </ac:spMkLst>
        </pc:spChg>
        <pc:spChg chg="add mod">
          <ac:chgData name="Karthika Vellingiri" userId="2f791443-b2b6-40db-8581-89f0c0794d11" providerId="ADAL" clId="{55E25AE7-AA8E-4538-B779-72A04E739CB9}" dt="2026-01-18T21:06:28.345" v="229" actId="207"/>
          <ac:spMkLst>
            <pc:docMk/>
            <pc:sldMk cId="3233996912" sldId="258"/>
            <ac:spMk id="72" creationId="{D48E24E9-BCF0-B676-54C7-32C8E71859BD}"/>
          </ac:spMkLst>
        </pc:spChg>
        <pc:spChg chg="add mod">
          <ac:chgData name="Karthika Vellingiri" userId="2f791443-b2b6-40db-8581-89f0c0794d11" providerId="ADAL" clId="{55E25AE7-AA8E-4538-B779-72A04E739CB9}" dt="2026-01-18T21:06:28.345" v="229" actId="207"/>
          <ac:spMkLst>
            <pc:docMk/>
            <pc:sldMk cId="3233996912" sldId="258"/>
            <ac:spMk id="73" creationId="{DBB6164D-4441-1C85-92EB-BBF43ED232F9}"/>
          </ac:spMkLst>
        </pc:spChg>
      </pc:sldChg>
      <pc:sldChg chg="addSp delSp modSp new mod modTransition setBg delAnim modAnim delDesignElem">
        <pc:chgData name="Karthika Vellingiri" userId="2f791443-b2b6-40db-8581-89f0c0794d11" providerId="ADAL" clId="{55E25AE7-AA8E-4538-B779-72A04E739CB9}" dt="2026-01-19T03:19:05.996" v="1638"/>
        <pc:sldMkLst>
          <pc:docMk/>
          <pc:sldMk cId="3228281312" sldId="259"/>
        </pc:sldMkLst>
        <pc:spChg chg="mod">
          <ac:chgData name="Karthika Vellingiri" userId="2f791443-b2b6-40db-8581-89f0c0794d11" providerId="ADAL" clId="{55E25AE7-AA8E-4538-B779-72A04E739CB9}" dt="2026-01-18T22:34:10.865" v="1027"/>
          <ac:spMkLst>
            <pc:docMk/>
            <pc:sldMk cId="3228281312" sldId="259"/>
            <ac:spMk id="2" creationId="{D53C77C7-2694-6027-B69E-2B62CA367B6E}"/>
          </ac:spMkLst>
        </pc:spChg>
        <pc:spChg chg="add del">
          <ac:chgData name="Karthika Vellingiri" userId="2f791443-b2b6-40db-8581-89f0c0794d11" providerId="ADAL" clId="{55E25AE7-AA8E-4538-B779-72A04E739CB9}" dt="2026-01-18T22:34:10.865" v="1027"/>
          <ac:spMkLst>
            <pc:docMk/>
            <pc:sldMk cId="3228281312" sldId="259"/>
            <ac:spMk id="19" creationId="{60B7752B-728D-4CA3-8923-C4F7F77029E3}"/>
          </ac:spMkLst>
        </pc:spChg>
        <pc:spChg chg="add mod">
          <ac:chgData name="Karthika Vellingiri" userId="2f791443-b2b6-40db-8581-89f0c0794d11" providerId="ADAL" clId="{55E25AE7-AA8E-4538-B779-72A04E739CB9}" dt="2026-01-18T21:05:51.400" v="228" actId="14100"/>
          <ac:spMkLst>
            <pc:docMk/>
            <pc:sldMk cId="3228281312" sldId="259"/>
            <ac:spMk id="20" creationId="{3A72F056-C15C-187E-CF62-F70D24CF1E19}"/>
          </ac:spMkLst>
        </pc:spChg>
        <pc:spChg chg="add del">
          <ac:chgData name="Karthika Vellingiri" userId="2f791443-b2b6-40db-8581-89f0c0794d11" providerId="ADAL" clId="{55E25AE7-AA8E-4538-B779-72A04E739CB9}" dt="2026-01-18T22:34:10.865" v="1027"/>
          <ac:spMkLst>
            <pc:docMk/>
            <pc:sldMk cId="3228281312" sldId="259"/>
            <ac:spMk id="21" creationId="{88392DC7-0988-443B-A0D0-E726C7DB622B}"/>
          </ac:spMkLst>
        </pc:spChg>
        <pc:graphicFrameChg chg="add del mod modGraphic">
          <ac:chgData name="Karthika Vellingiri" userId="2f791443-b2b6-40db-8581-89f0c0794d11" providerId="ADAL" clId="{55E25AE7-AA8E-4538-B779-72A04E739CB9}" dt="2026-01-18T21:06:46.090" v="232" actId="207"/>
          <ac:graphicFrameMkLst>
            <pc:docMk/>
            <pc:sldMk cId="3228281312" sldId="259"/>
            <ac:graphicFrameMk id="8" creationId="{13842070-D644-0F81-8FF8-9AEDA35E43ED}"/>
          </ac:graphicFrameMkLst>
        </pc:graphicFrameChg>
      </pc:sldChg>
      <pc:sldChg chg="addSp delSp modSp new mod modTransition setBg delDesignElem">
        <pc:chgData name="Karthika Vellingiri" userId="2f791443-b2b6-40db-8581-89f0c0794d11" providerId="ADAL" clId="{55E25AE7-AA8E-4538-B779-72A04E739CB9}" dt="2026-01-19T03:19:05.996" v="1638"/>
        <pc:sldMkLst>
          <pc:docMk/>
          <pc:sldMk cId="3106999488" sldId="260"/>
        </pc:sldMkLst>
        <pc:spChg chg="mod">
          <ac:chgData name="Karthika Vellingiri" userId="2f791443-b2b6-40db-8581-89f0c0794d11" providerId="ADAL" clId="{55E25AE7-AA8E-4538-B779-72A04E739CB9}" dt="2026-01-19T00:06:55.975" v="1166" actId="20577"/>
          <ac:spMkLst>
            <pc:docMk/>
            <pc:sldMk cId="3106999488" sldId="260"/>
            <ac:spMk id="2" creationId="{44654D51-EA65-BF93-2630-8CF9F57791C9}"/>
          </ac:spMkLst>
        </pc:spChg>
        <pc:spChg chg="add del">
          <ac:chgData name="Karthika Vellingiri" userId="2f791443-b2b6-40db-8581-89f0c0794d11" providerId="ADAL" clId="{55E25AE7-AA8E-4538-B779-72A04E739CB9}" dt="2026-01-18T22:34:10.865" v="1027"/>
          <ac:spMkLst>
            <pc:docMk/>
            <pc:sldMk cId="3106999488" sldId="260"/>
            <ac:spMk id="15" creationId="{60B7752B-728D-4CA3-8923-C4F7F77029E3}"/>
          </ac:spMkLst>
        </pc:spChg>
        <pc:spChg chg="add del">
          <ac:chgData name="Karthika Vellingiri" userId="2f791443-b2b6-40db-8581-89f0c0794d11" providerId="ADAL" clId="{55E25AE7-AA8E-4538-B779-72A04E739CB9}" dt="2026-01-18T22:34:10.865" v="1027"/>
          <ac:spMkLst>
            <pc:docMk/>
            <pc:sldMk cId="3106999488" sldId="260"/>
            <ac:spMk id="17" creationId="{88392DC7-0988-443B-A0D0-E726C7DB622B}"/>
          </ac:spMkLst>
        </pc:spChg>
        <pc:graphicFrameChg chg="add mod ord modGraphic">
          <ac:chgData name="Karthika Vellingiri" userId="2f791443-b2b6-40db-8581-89f0c0794d11" providerId="ADAL" clId="{55E25AE7-AA8E-4538-B779-72A04E739CB9}" dt="2026-01-18T21:11:53.885" v="268" actId="14100"/>
          <ac:graphicFrameMkLst>
            <pc:docMk/>
            <pc:sldMk cId="3106999488" sldId="260"/>
            <ac:graphicFrameMk id="11" creationId="{B770C268-2750-303C-DBAA-424BC5F7AE8E}"/>
          </ac:graphicFrameMkLst>
        </pc:graphicFrameChg>
      </pc:sldChg>
      <pc:sldChg chg="addSp delSp modSp new mod modTransition modClrScheme chgLayout">
        <pc:chgData name="Karthika Vellingiri" userId="2f791443-b2b6-40db-8581-89f0c0794d11" providerId="ADAL" clId="{55E25AE7-AA8E-4538-B779-72A04E739CB9}" dt="2026-01-19T03:19:05.996" v="1638"/>
        <pc:sldMkLst>
          <pc:docMk/>
          <pc:sldMk cId="3070632272" sldId="261"/>
        </pc:sldMkLst>
        <pc:spChg chg="mod ord">
          <ac:chgData name="Karthika Vellingiri" userId="2f791443-b2b6-40db-8581-89f0c0794d11" providerId="ADAL" clId="{55E25AE7-AA8E-4538-B779-72A04E739CB9}" dt="2026-01-18T22:34:10.865" v="1027"/>
          <ac:spMkLst>
            <pc:docMk/>
            <pc:sldMk cId="3070632272" sldId="261"/>
            <ac:spMk id="2" creationId="{575F6D0D-C582-B14D-935D-3BB983E81771}"/>
          </ac:spMkLst>
        </pc:spChg>
        <pc:spChg chg="add mod">
          <ac:chgData name="Karthika Vellingiri" userId="2f791443-b2b6-40db-8581-89f0c0794d11" providerId="ADAL" clId="{55E25AE7-AA8E-4538-B779-72A04E739CB9}" dt="2026-01-18T21:25:30.006" v="338" actId="1076"/>
          <ac:spMkLst>
            <pc:docMk/>
            <pc:sldMk cId="3070632272" sldId="261"/>
            <ac:spMk id="22" creationId="{5D6F0FC4-6DDE-7993-D48D-7593902D9293}"/>
          </ac:spMkLst>
        </pc:spChg>
        <pc:spChg chg="add mod">
          <ac:chgData name="Karthika Vellingiri" userId="2f791443-b2b6-40db-8581-89f0c0794d11" providerId="ADAL" clId="{55E25AE7-AA8E-4538-B779-72A04E739CB9}" dt="2026-01-18T21:25:25.582" v="337" actId="1076"/>
          <ac:spMkLst>
            <pc:docMk/>
            <pc:sldMk cId="3070632272" sldId="261"/>
            <ac:spMk id="23" creationId="{EB7FB03A-00A1-24A3-49D3-CD97755C079A}"/>
          </ac:spMkLst>
        </pc:spChg>
        <pc:picChg chg="add del mod">
          <ac:chgData name="Karthika Vellingiri" userId="2f791443-b2b6-40db-8581-89f0c0794d11" providerId="ADAL" clId="{55E25AE7-AA8E-4538-B779-72A04E739CB9}" dt="2026-01-18T21:25:44.141" v="339" actId="1076"/>
          <ac:picMkLst>
            <pc:docMk/>
            <pc:sldMk cId="3070632272" sldId="261"/>
            <ac:picMk id="19" creationId="{01A33956-C4C8-0C69-8F5C-46D3CDFF1228}"/>
          </ac:picMkLst>
        </pc:picChg>
        <pc:picChg chg="add mod">
          <ac:chgData name="Karthika Vellingiri" userId="2f791443-b2b6-40db-8581-89f0c0794d11" providerId="ADAL" clId="{55E25AE7-AA8E-4538-B779-72A04E739CB9}" dt="2026-01-18T21:21:12.441" v="310" actId="1076"/>
          <ac:picMkLst>
            <pc:docMk/>
            <pc:sldMk cId="3070632272" sldId="261"/>
            <ac:picMk id="21" creationId="{00293328-C8EC-4015-5AF6-72948CA2813D}"/>
          </ac:picMkLst>
        </pc:picChg>
      </pc:sldChg>
      <pc:sldChg chg="addSp delSp modSp add mod modTransition">
        <pc:chgData name="Karthika Vellingiri" userId="2f791443-b2b6-40db-8581-89f0c0794d11" providerId="ADAL" clId="{55E25AE7-AA8E-4538-B779-72A04E739CB9}" dt="2026-01-19T03:19:05.996" v="1638"/>
        <pc:sldMkLst>
          <pc:docMk/>
          <pc:sldMk cId="3118248124" sldId="262"/>
        </pc:sldMkLst>
        <pc:spChg chg="mod">
          <ac:chgData name="Karthika Vellingiri" userId="2f791443-b2b6-40db-8581-89f0c0794d11" providerId="ADAL" clId="{55E25AE7-AA8E-4538-B779-72A04E739CB9}" dt="2026-01-18T22:34:10.865" v="1027"/>
          <ac:spMkLst>
            <pc:docMk/>
            <pc:sldMk cId="3118248124" sldId="262"/>
            <ac:spMk id="2" creationId="{F170FEBC-651C-8D22-52D8-2C28CDD33930}"/>
          </ac:spMkLst>
        </pc:spChg>
        <pc:spChg chg="mod">
          <ac:chgData name="Karthika Vellingiri" userId="2f791443-b2b6-40db-8581-89f0c0794d11" providerId="ADAL" clId="{55E25AE7-AA8E-4538-B779-72A04E739CB9}" dt="2026-01-18T21:28:01.569" v="365"/>
          <ac:spMkLst>
            <pc:docMk/>
            <pc:sldMk cId="3118248124" sldId="262"/>
            <ac:spMk id="22" creationId="{34914391-7740-B1B4-4267-29F1714A3D6F}"/>
          </ac:spMkLst>
        </pc:spChg>
        <pc:spChg chg="mod">
          <ac:chgData name="Karthika Vellingiri" userId="2f791443-b2b6-40db-8581-89f0c0794d11" providerId="ADAL" clId="{55E25AE7-AA8E-4538-B779-72A04E739CB9}" dt="2026-01-18T21:48:52.872" v="620" actId="20577"/>
          <ac:spMkLst>
            <pc:docMk/>
            <pc:sldMk cId="3118248124" sldId="262"/>
            <ac:spMk id="23" creationId="{1290A6BB-920D-AE00-3E01-23134D520B32}"/>
          </ac:spMkLst>
        </pc:spChg>
        <pc:picChg chg="add mod">
          <ac:chgData name="Karthika Vellingiri" userId="2f791443-b2b6-40db-8581-89f0c0794d11" providerId="ADAL" clId="{55E25AE7-AA8E-4538-B779-72A04E739CB9}" dt="2026-01-18T21:27:22.129" v="351" actId="14100"/>
          <ac:picMkLst>
            <pc:docMk/>
            <pc:sldMk cId="3118248124" sldId="262"/>
            <ac:picMk id="6" creationId="{B40D7BD3-C207-778D-508A-EB836C18DDE7}"/>
          </ac:picMkLst>
        </pc:picChg>
        <pc:picChg chg="add mod">
          <ac:chgData name="Karthika Vellingiri" userId="2f791443-b2b6-40db-8581-89f0c0794d11" providerId="ADAL" clId="{55E25AE7-AA8E-4538-B779-72A04E739CB9}" dt="2026-01-18T21:27:28.588" v="355" actId="1076"/>
          <ac:picMkLst>
            <pc:docMk/>
            <pc:sldMk cId="3118248124" sldId="262"/>
            <ac:picMk id="10" creationId="{B7254E02-2840-D74E-0DDE-C7F2430CA8EA}"/>
          </ac:picMkLst>
        </pc:picChg>
      </pc:sldChg>
      <pc:sldChg chg="addSp delSp modSp new mod modTransition setBg modClrScheme delDesignElem chgLayout">
        <pc:chgData name="Karthika Vellingiri" userId="2f791443-b2b6-40db-8581-89f0c0794d11" providerId="ADAL" clId="{55E25AE7-AA8E-4538-B779-72A04E739CB9}" dt="2026-01-19T03:19:05.996" v="1638"/>
        <pc:sldMkLst>
          <pc:docMk/>
          <pc:sldMk cId="1052751737" sldId="263"/>
        </pc:sldMkLst>
        <pc:spChg chg="add mod ord">
          <ac:chgData name="Karthika Vellingiri" userId="2f791443-b2b6-40db-8581-89f0c0794d11" providerId="ADAL" clId="{55E25AE7-AA8E-4538-B779-72A04E739CB9}" dt="2026-01-18T21:30:57.271" v="390" actId="26606"/>
          <ac:spMkLst>
            <pc:docMk/>
            <pc:sldMk cId="1052751737" sldId="263"/>
            <ac:spMk id="8" creationId="{4B50F6E9-DFE9-6440-0C05-01CFEFB5BA31}"/>
          </ac:spMkLst>
        </pc:spChg>
        <pc:spChg chg="add mod">
          <ac:chgData name="Karthika Vellingiri" userId="2f791443-b2b6-40db-8581-89f0c0794d11" providerId="ADAL" clId="{55E25AE7-AA8E-4538-B779-72A04E739CB9}" dt="2026-01-18T21:37:13.345" v="425"/>
          <ac:spMkLst>
            <pc:docMk/>
            <pc:sldMk cId="1052751737" sldId="263"/>
            <ac:spMk id="15" creationId="{CEBBB419-BA66-20A9-FD08-58D18740ED64}"/>
          </ac:spMkLst>
        </pc:spChg>
        <pc:spChg chg="add del">
          <ac:chgData name="Karthika Vellingiri" userId="2f791443-b2b6-40db-8581-89f0c0794d11" providerId="ADAL" clId="{55E25AE7-AA8E-4538-B779-72A04E739CB9}" dt="2026-01-18T22:34:10.865" v="1027"/>
          <ac:spMkLst>
            <pc:docMk/>
            <pc:sldMk cId="1052751737" sldId="263"/>
            <ac:spMk id="64" creationId="{A5931BE0-4B93-4D6C-878E-ACC59D6B4587}"/>
          </ac:spMkLst>
        </pc:spChg>
        <pc:grpChg chg="add del">
          <ac:chgData name="Karthika Vellingiri" userId="2f791443-b2b6-40db-8581-89f0c0794d11" providerId="ADAL" clId="{55E25AE7-AA8E-4538-B779-72A04E739CB9}" dt="2026-01-18T22:34:10.865" v="1027"/>
          <ac:grpSpMkLst>
            <pc:docMk/>
            <pc:sldMk cId="1052751737" sldId="263"/>
            <ac:grpSpMk id="59" creationId="{3BDBC526-6DCD-4FF6-8395-D8C22E46E527}"/>
          </ac:grpSpMkLst>
        </pc:grpChg>
        <pc:grpChg chg="add del">
          <ac:chgData name="Karthika Vellingiri" userId="2f791443-b2b6-40db-8581-89f0c0794d11" providerId="ADAL" clId="{55E25AE7-AA8E-4538-B779-72A04E739CB9}" dt="2026-01-18T22:34:10.865" v="1027"/>
          <ac:grpSpMkLst>
            <pc:docMk/>
            <pc:sldMk cId="1052751737" sldId="263"/>
            <ac:grpSpMk id="65" creationId="{D0342557-9691-41B1-9FFF-027845ED041F}"/>
          </ac:grpSpMkLst>
        </pc:grpChg>
        <pc:picChg chg="add mod ord">
          <ac:chgData name="Karthika Vellingiri" userId="2f791443-b2b6-40db-8581-89f0c0794d11" providerId="ADAL" clId="{55E25AE7-AA8E-4538-B779-72A04E739CB9}" dt="2026-01-18T21:30:59.624" v="391" actId="1076"/>
          <ac:picMkLst>
            <pc:docMk/>
            <pc:sldMk cId="1052751737" sldId="263"/>
            <ac:picMk id="13" creationId="{079BD61C-9E91-4CDA-1F1D-8D6958050BAE}"/>
          </ac:picMkLst>
        </pc:picChg>
      </pc:sldChg>
      <pc:sldChg chg="addSp delSp modSp new mod modTransition setBg modClrScheme delDesignElem chgLayout">
        <pc:chgData name="Karthika Vellingiri" userId="2f791443-b2b6-40db-8581-89f0c0794d11" providerId="ADAL" clId="{55E25AE7-AA8E-4538-B779-72A04E739CB9}" dt="2026-01-19T03:19:05.996" v="1638"/>
        <pc:sldMkLst>
          <pc:docMk/>
          <pc:sldMk cId="1953370147" sldId="264"/>
        </pc:sldMkLst>
        <pc:spChg chg="add mod ord">
          <ac:chgData name="Karthika Vellingiri" userId="2f791443-b2b6-40db-8581-89f0c0794d11" providerId="ADAL" clId="{55E25AE7-AA8E-4538-B779-72A04E739CB9}" dt="2026-01-18T21:45:57.927" v="568" actId="26606"/>
          <ac:spMkLst>
            <pc:docMk/>
            <pc:sldMk cId="1953370147" sldId="264"/>
            <ac:spMk id="5" creationId="{A3EF7C23-3941-6844-1981-F15814B91D44}"/>
          </ac:spMkLst>
        </pc:spChg>
        <pc:spChg chg="add del mod ord">
          <ac:chgData name="Karthika Vellingiri" userId="2f791443-b2b6-40db-8581-89f0c0794d11" providerId="ADAL" clId="{55E25AE7-AA8E-4538-B779-72A04E739CB9}" dt="2026-01-18T22:02:03.941" v="773" actId="207"/>
          <ac:spMkLst>
            <pc:docMk/>
            <pc:sldMk cId="1953370147" sldId="264"/>
            <ac:spMk id="6" creationId="{CB9376B6-12EE-FDCB-F7F8-A6540EFF2F8F}"/>
          </ac:spMkLst>
        </pc:spChg>
        <pc:spChg chg="add del">
          <ac:chgData name="Karthika Vellingiri" userId="2f791443-b2b6-40db-8581-89f0c0794d11" providerId="ADAL" clId="{55E25AE7-AA8E-4538-B779-72A04E739CB9}" dt="2026-01-18T22:34:10.865" v="1027"/>
          <ac:spMkLst>
            <pc:docMk/>
            <pc:sldMk cId="1953370147" sldId="264"/>
            <ac:spMk id="156" creationId="{A5931BE0-4B93-4D6C-878E-ACC59D6B4587}"/>
          </ac:spMkLst>
        </pc:spChg>
        <pc:spChg chg="add del">
          <ac:chgData name="Karthika Vellingiri" userId="2f791443-b2b6-40db-8581-89f0c0794d11" providerId="ADAL" clId="{55E25AE7-AA8E-4538-B779-72A04E739CB9}" dt="2026-01-18T22:34:10.865" v="1027"/>
          <ac:spMkLst>
            <pc:docMk/>
            <pc:sldMk cId="1953370147" sldId="264"/>
            <ac:spMk id="158" creationId="{3E6AA126-9DDC-4FBE-AEE6-8D0E982B0E2C}"/>
          </ac:spMkLst>
        </pc:spChg>
        <pc:grpChg chg="add del">
          <ac:chgData name="Karthika Vellingiri" userId="2f791443-b2b6-40db-8581-89f0c0794d11" providerId="ADAL" clId="{55E25AE7-AA8E-4538-B779-72A04E739CB9}" dt="2026-01-18T22:34:10.865" v="1027"/>
          <ac:grpSpMkLst>
            <pc:docMk/>
            <pc:sldMk cId="1953370147" sldId="264"/>
            <ac:grpSpMk id="157" creationId="{11F8F457-0192-4F9A-9EEF-D784521FAC11}"/>
          </ac:grpSpMkLst>
        </pc:grpChg>
        <pc:picChg chg="add mod ord modCrop">
          <ac:chgData name="Karthika Vellingiri" userId="2f791443-b2b6-40db-8581-89f0c0794d11" providerId="ADAL" clId="{55E25AE7-AA8E-4538-B779-72A04E739CB9}" dt="2026-01-18T21:45:57.927" v="569" actId="26606"/>
          <ac:picMkLst>
            <pc:docMk/>
            <pc:sldMk cId="1953370147" sldId="264"/>
            <ac:picMk id="17" creationId="{F7F3A930-7763-FA94-AD59-13602301D55E}"/>
          </ac:picMkLst>
        </pc:picChg>
      </pc:sldChg>
      <pc:sldChg chg="addSp delSp modSp add mod ord modTransition">
        <pc:chgData name="Karthika Vellingiri" userId="2f791443-b2b6-40db-8581-89f0c0794d11" providerId="ADAL" clId="{55E25AE7-AA8E-4538-B779-72A04E739CB9}" dt="2026-01-19T03:19:05.996" v="1638"/>
        <pc:sldMkLst>
          <pc:docMk/>
          <pc:sldMk cId="2572080781" sldId="266"/>
        </pc:sldMkLst>
        <pc:spChg chg="mod">
          <ac:chgData name="Karthika Vellingiri" userId="2f791443-b2b6-40db-8581-89f0c0794d11" providerId="ADAL" clId="{55E25AE7-AA8E-4538-B779-72A04E739CB9}" dt="2026-01-18T21:49:03.452" v="624" actId="14100"/>
          <ac:spMkLst>
            <pc:docMk/>
            <pc:sldMk cId="2572080781" sldId="266"/>
            <ac:spMk id="2" creationId="{08B8129C-55B5-2FB4-BE0D-4C6CDAE6FD59}"/>
          </ac:spMkLst>
        </pc:spChg>
        <pc:spChg chg="add mod">
          <ac:chgData name="Karthika Vellingiri" userId="2f791443-b2b6-40db-8581-89f0c0794d11" providerId="ADAL" clId="{55E25AE7-AA8E-4538-B779-72A04E739CB9}" dt="2026-01-18T21:56:24.473" v="693" actId="12"/>
          <ac:spMkLst>
            <pc:docMk/>
            <pc:sldMk cId="2572080781" sldId="266"/>
            <ac:spMk id="11" creationId="{197CBD4B-55A1-7CA5-B9AF-0DF0F110049C}"/>
          </ac:spMkLst>
        </pc:spChg>
        <pc:spChg chg="mod">
          <ac:chgData name="Karthika Vellingiri" userId="2f791443-b2b6-40db-8581-89f0c0794d11" providerId="ADAL" clId="{55E25AE7-AA8E-4538-B779-72A04E739CB9}" dt="2026-01-19T01:13:21.889" v="1196" actId="20577"/>
          <ac:spMkLst>
            <pc:docMk/>
            <pc:sldMk cId="2572080781" sldId="266"/>
            <ac:spMk id="22" creationId="{09C197C8-024E-642D-4C9C-FAC54A2C1D65}"/>
          </ac:spMkLst>
        </pc:spChg>
        <pc:picChg chg="add del mod">
          <ac:chgData name="Karthika Vellingiri" userId="2f791443-b2b6-40db-8581-89f0c0794d11" providerId="ADAL" clId="{55E25AE7-AA8E-4538-B779-72A04E739CB9}" dt="2026-01-18T21:56:32.770" v="694" actId="14100"/>
          <ac:picMkLst>
            <pc:docMk/>
            <pc:sldMk cId="2572080781" sldId="266"/>
            <ac:picMk id="6" creationId="{EA00972B-AF3D-2C92-9883-ECD14D7B8029}"/>
          </ac:picMkLst>
        </pc:picChg>
        <pc:picChg chg="mod">
          <ac:chgData name="Karthika Vellingiri" userId="2f791443-b2b6-40db-8581-89f0c0794d11" providerId="ADAL" clId="{55E25AE7-AA8E-4538-B779-72A04E739CB9}" dt="2026-01-18T22:34:10.865" v="1027"/>
          <ac:picMkLst>
            <pc:docMk/>
            <pc:sldMk cId="2572080781" sldId="266"/>
            <ac:picMk id="10" creationId="{0A4E96E0-AF6E-64A8-6B85-E1C04AF67ED9}"/>
          </ac:picMkLst>
        </pc:picChg>
      </pc:sldChg>
      <pc:sldChg chg="addSp delSp modSp new mod modTransition setBg modClrScheme delDesignElem chgLayout">
        <pc:chgData name="Karthika Vellingiri" userId="2f791443-b2b6-40db-8581-89f0c0794d11" providerId="ADAL" clId="{55E25AE7-AA8E-4538-B779-72A04E739CB9}" dt="2026-01-19T03:19:05.996" v="1638"/>
        <pc:sldMkLst>
          <pc:docMk/>
          <pc:sldMk cId="2254424570" sldId="267"/>
        </pc:sldMkLst>
        <pc:spChg chg="add mod ord">
          <ac:chgData name="Karthika Vellingiri" userId="2f791443-b2b6-40db-8581-89f0c0794d11" providerId="ADAL" clId="{55E25AE7-AA8E-4538-B779-72A04E739CB9}" dt="2026-01-19T00:38:06.910" v="1182" actId="27636"/>
          <ac:spMkLst>
            <pc:docMk/>
            <pc:sldMk cId="2254424570" sldId="267"/>
            <ac:spMk id="5" creationId="{326B9BCB-4455-35B0-0D4B-E37ED77D55D7}"/>
          </ac:spMkLst>
        </pc:spChg>
        <pc:spChg chg="add mod ord">
          <ac:chgData name="Karthika Vellingiri" userId="2f791443-b2b6-40db-8581-89f0c0794d11" providerId="ADAL" clId="{55E25AE7-AA8E-4538-B779-72A04E739CB9}" dt="2026-01-18T22:01:46.425" v="771" actId="113"/>
          <ac:spMkLst>
            <pc:docMk/>
            <pc:sldMk cId="2254424570" sldId="267"/>
            <ac:spMk id="7" creationId="{12A4653B-4679-A263-E9EA-81E97FBEF2A6}"/>
          </ac:spMkLst>
        </pc:spChg>
        <pc:spChg chg="add del">
          <ac:chgData name="Karthika Vellingiri" userId="2f791443-b2b6-40db-8581-89f0c0794d11" providerId="ADAL" clId="{55E25AE7-AA8E-4538-B779-72A04E739CB9}" dt="2026-01-18T22:34:10.865" v="1027"/>
          <ac:spMkLst>
            <pc:docMk/>
            <pc:sldMk cId="2254424570" sldId="267"/>
            <ac:spMk id="32" creationId="{A5931BE0-4B93-4D6C-878E-ACC59D6B4587}"/>
          </ac:spMkLst>
        </pc:spChg>
        <pc:spChg chg="add del">
          <ac:chgData name="Karthika Vellingiri" userId="2f791443-b2b6-40db-8581-89f0c0794d11" providerId="ADAL" clId="{55E25AE7-AA8E-4538-B779-72A04E739CB9}" dt="2026-01-18T22:34:10.865" v="1027"/>
          <ac:spMkLst>
            <pc:docMk/>
            <pc:sldMk cId="2254424570" sldId="267"/>
            <ac:spMk id="34" creationId="{D166A8AB-8924-421C-BCED-B54DBC4054E0}"/>
          </ac:spMkLst>
        </pc:spChg>
        <pc:grpChg chg="add del">
          <ac:chgData name="Karthika Vellingiri" userId="2f791443-b2b6-40db-8581-89f0c0794d11" providerId="ADAL" clId="{55E25AE7-AA8E-4538-B779-72A04E739CB9}" dt="2026-01-18T22:34:10.865" v="1027"/>
          <ac:grpSpMkLst>
            <pc:docMk/>
            <pc:sldMk cId="2254424570" sldId="267"/>
            <ac:grpSpMk id="33" creationId="{9F2D4ED5-DC78-4C88-97AA-483206C53E90}"/>
          </ac:grpSpMkLst>
        </pc:grpChg>
        <pc:picChg chg="add mod ord">
          <ac:chgData name="Karthika Vellingiri" userId="2f791443-b2b6-40db-8581-89f0c0794d11" providerId="ADAL" clId="{55E25AE7-AA8E-4538-B779-72A04E739CB9}" dt="2026-01-18T22:01:08.677" v="765" actId="1076"/>
          <ac:picMkLst>
            <pc:docMk/>
            <pc:sldMk cId="2254424570" sldId="267"/>
            <ac:picMk id="9" creationId="{8CC98994-3A96-D9B2-B2B8-C990D079A468}"/>
          </ac:picMkLst>
        </pc:picChg>
      </pc:sldChg>
      <pc:sldChg chg="addSp delSp modSp new mod modTransition setBg modClrScheme delDesignElem chgLayout">
        <pc:chgData name="Karthika Vellingiri" userId="2f791443-b2b6-40db-8581-89f0c0794d11" providerId="ADAL" clId="{55E25AE7-AA8E-4538-B779-72A04E739CB9}" dt="2026-01-19T03:19:05.996" v="1638"/>
        <pc:sldMkLst>
          <pc:docMk/>
          <pc:sldMk cId="3326635375" sldId="268"/>
        </pc:sldMkLst>
        <pc:spChg chg="mod ord">
          <ac:chgData name="Karthika Vellingiri" userId="2f791443-b2b6-40db-8581-89f0c0794d11" providerId="ADAL" clId="{55E25AE7-AA8E-4538-B779-72A04E739CB9}" dt="2026-01-18T22:07:34.070" v="807" actId="1076"/>
          <ac:spMkLst>
            <pc:docMk/>
            <pc:sldMk cId="3326635375" sldId="268"/>
            <ac:spMk id="2" creationId="{3DCFA4BD-8B83-5828-A50B-C2C7E5A22008}"/>
          </ac:spMkLst>
        </pc:spChg>
        <pc:spChg chg="add del mod ord">
          <ac:chgData name="Karthika Vellingiri" userId="2f791443-b2b6-40db-8581-89f0c0794d11" providerId="ADAL" clId="{55E25AE7-AA8E-4538-B779-72A04E739CB9}" dt="2026-01-18T22:13:12.149" v="817" actId="6549"/>
          <ac:spMkLst>
            <pc:docMk/>
            <pc:sldMk cId="3326635375" sldId="268"/>
            <ac:spMk id="5" creationId="{0C4866F1-4BE9-78AC-51AB-32DEA79DDCE2}"/>
          </ac:spMkLst>
        </pc:spChg>
        <pc:spChg chg="add del">
          <ac:chgData name="Karthika Vellingiri" userId="2f791443-b2b6-40db-8581-89f0c0794d11" providerId="ADAL" clId="{55E25AE7-AA8E-4538-B779-72A04E739CB9}" dt="2026-01-18T22:34:10.865" v="1027"/>
          <ac:spMkLst>
            <pc:docMk/>
            <pc:sldMk cId="3326635375" sldId="268"/>
            <ac:spMk id="12" creationId="{A5931BE0-4B93-4D6C-878E-ACC59D6B4587}"/>
          </ac:spMkLst>
        </pc:spChg>
        <pc:spChg chg="add del">
          <ac:chgData name="Karthika Vellingiri" userId="2f791443-b2b6-40db-8581-89f0c0794d11" providerId="ADAL" clId="{55E25AE7-AA8E-4538-B779-72A04E739CB9}" dt="2026-01-18T22:34:10.865" v="1027"/>
          <ac:spMkLst>
            <pc:docMk/>
            <pc:sldMk cId="3326635375" sldId="268"/>
            <ac:spMk id="26" creationId="{D166A8AB-8924-421C-BCED-B54DBC4054E0}"/>
          </ac:spMkLst>
        </pc:spChg>
        <pc:grpChg chg="add del">
          <ac:chgData name="Karthika Vellingiri" userId="2f791443-b2b6-40db-8581-89f0c0794d11" providerId="ADAL" clId="{55E25AE7-AA8E-4538-B779-72A04E739CB9}" dt="2026-01-18T22:34:10.865" v="1027"/>
          <ac:grpSpMkLst>
            <pc:docMk/>
            <pc:sldMk cId="3326635375" sldId="268"/>
            <ac:grpSpMk id="11" creationId="{3BDBC526-6DCD-4FF6-8395-D8C22E46E527}"/>
          </ac:grpSpMkLst>
        </pc:grpChg>
        <pc:grpChg chg="add del">
          <ac:chgData name="Karthika Vellingiri" userId="2f791443-b2b6-40db-8581-89f0c0794d11" providerId="ADAL" clId="{55E25AE7-AA8E-4538-B779-72A04E739CB9}" dt="2026-01-18T22:34:10.865" v="1027"/>
          <ac:grpSpMkLst>
            <pc:docMk/>
            <pc:sldMk cId="3326635375" sldId="268"/>
            <ac:grpSpMk id="18" creationId="{9F2D4ED5-DC78-4C88-97AA-483206C53E90}"/>
          </ac:grpSpMkLst>
        </pc:grpChg>
        <pc:picChg chg="add mod">
          <ac:chgData name="Karthika Vellingiri" userId="2f791443-b2b6-40db-8581-89f0c0794d11" providerId="ADAL" clId="{55E25AE7-AA8E-4538-B779-72A04E739CB9}" dt="2026-01-18T22:08:12.956" v="812" actId="1076"/>
          <ac:picMkLst>
            <pc:docMk/>
            <pc:sldMk cId="3326635375" sldId="268"/>
            <ac:picMk id="8" creationId="{35A8C667-365A-00D3-3E9C-364A722EFF40}"/>
          </ac:picMkLst>
        </pc:picChg>
      </pc:sldChg>
      <pc:sldChg chg="addSp delSp modSp new mod ord modTransition modClrScheme chgLayout">
        <pc:chgData name="Karthika Vellingiri" userId="2f791443-b2b6-40db-8581-89f0c0794d11" providerId="ADAL" clId="{55E25AE7-AA8E-4538-B779-72A04E739CB9}" dt="2026-01-19T03:19:05.996" v="1638"/>
        <pc:sldMkLst>
          <pc:docMk/>
          <pc:sldMk cId="3861409678" sldId="270"/>
        </pc:sldMkLst>
        <pc:spChg chg="add mod">
          <ac:chgData name="Karthika Vellingiri" userId="2f791443-b2b6-40db-8581-89f0c0794d11" providerId="ADAL" clId="{55E25AE7-AA8E-4538-B779-72A04E739CB9}" dt="2026-01-19T02:03:38.543" v="1286" actId="12"/>
          <ac:spMkLst>
            <pc:docMk/>
            <pc:sldMk cId="3861409678" sldId="270"/>
            <ac:spMk id="2" creationId="{342074DC-5596-EEE1-5D8D-C3AC0E166E54}"/>
          </ac:spMkLst>
        </pc:spChg>
        <pc:spChg chg="add mod">
          <ac:chgData name="Karthika Vellingiri" userId="2f791443-b2b6-40db-8581-89f0c0794d11" providerId="ADAL" clId="{55E25AE7-AA8E-4538-B779-72A04E739CB9}" dt="2026-01-18T22:21:02.762" v="908" actId="404"/>
          <ac:spMkLst>
            <pc:docMk/>
            <pc:sldMk cId="3861409678" sldId="270"/>
            <ac:spMk id="22" creationId="{CAB6BA90-9C79-9A45-DC35-2190EDAA8B72}"/>
          </ac:spMkLst>
        </pc:spChg>
        <pc:spChg chg="mod">
          <ac:chgData name="Karthika Vellingiri" userId="2f791443-b2b6-40db-8581-89f0c0794d11" providerId="ADAL" clId="{55E25AE7-AA8E-4538-B779-72A04E739CB9}" dt="2026-01-19T00:00:04.375" v="1143" actId="255"/>
          <ac:spMkLst>
            <pc:docMk/>
            <pc:sldMk cId="3861409678" sldId="270"/>
            <ac:spMk id="23" creationId="{DD8F0EB3-F9B2-6AF9-C0EB-91B48A5D5D25}"/>
          </ac:spMkLst>
        </pc:spChg>
        <pc:spChg chg="add mod">
          <ac:chgData name="Karthika Vellingiri" userId="2f791443-b2b6-40db-8581-89f0c0794d11" providerId="ADAL" clId="{55E25AE7-AA8E-4538-B779-72A04E739CB9}" dt="2026-01-19T00:00:04.375" v="1143" actId="255"/>
          <ac:spMkLst>
            <pc:docMk/>
            <pc:sldMk cId="3861409678" sldId="270"/>
            <ac:spMk id="24" creationId="{49AA9747-7A94-DA7A-0A13-76308F120B82}"/>
          </ac:spMkLst>
        </pc:spChg>
        <pc:spChg chg="add mod">
          <ac:chgData name="Karthika Vellingiri" userId="2f791443-b2b6-40db-8581-89f0c0794d11" providerId="ADAL" clId="{55E25AE7-AA8E-4538-B779-72A04E739CB9}" dt="2026-01-19T00:00:04.375" v="1143" actId="255"/>
          <ac:spMkLst>
            <pc:docMk/>
            <pc:sldMk cId="3861409678" sldId="270"/>
            <ac:spMk id="25" creationId="{4B9E0B8F-EFC7-C9EB-61AA-7E2147BAC227}"/>
          </ac:spMkLst>
        </pc:spChg>
        <pc:spChg chg="add del mod">
          <ac:chgData name="Karthika Vellingiri" userId="2f791443-b2b6-40db-8581-89f0c0794d11" providerId="ADAL" clId="{55E25AE7-AA8E-4538-B779-72A04E739CB9}" dt="2026-01-18T23:59:48.351" v="1139" actId="255"/>
          <ac:spMkLst>
            <pc:docMk/>
            <pc:sldMk cId="3861409678" sldId="270"/>
            <ac:spMk id="26" creationId="{90046911-2082-150E-FD1F-F635D872F825}"/>
          </ac:spMkLst>
        </pc:spChg>
        <pc:spChg chg="mod">
          <ac:chgData name="Karthika Vellingiri" userId="2f791443-b2b6-40db-8581-89f0c0794d11" providerId="ADAL" clId="{55E25AE7-AA8E-4538-B779-72A04E739CB9}" dt="2026-01-19T01:57:08.855" v="1204" actId="404"/>
          <ac:spMkLst>
            <pc:docMk/>
            <pc:sldMk cId="3861409678" sldId="270"/>
            <ac:spMk id="27" creationId="{166A6A68-6AF3-3211-CBD7-C734657C9F78}"/>
          </ac:spMkLst>
        </pc:spChg>
        <pc:spChg chg="add mod">
          <ac:chgData name="Karthika Vellingiri" userId="2f791443-b2b6-40db-8581-89f0c0794d11" providerId="ADAL" clId="{55E25AE7-AA8E-4538-B779-72A04E739CB9}" dt="2026-01-19T00:00:47.704" v="1155" actId="14100"/>
          <ac:spMkLst>
            <pc:docMk/>
            <pc:sldMk cId="3861409678" sldId="270"/>
            <ac:spMk id="28" creationId="{DB3B9EC5-417B-E96F-8B3A-705CD8CC8A08}"/>
          </ac:spMkLst>
        </pc:spChg>
        <pc:spChg chg="mod">
          <ac:chgData name="Karthika Vellingiri" userId="2f791443-b2b6-40db-8581-89f0c0794d11" providerId="ADAL" clId="{55E25AE7-AA8E-4538-B779-72A04E739CB9}" dt="2026-01-19T00:00:04.375" v="1143" actId="255"/>
          <ac:spMkLst>
            <pc:docMk/>
            <pc:sldMk cId="3861409678" sldId="270"/>
            <ac:spMk id="29" creationId="{A0F656C7-F9DF-9304-FC4D-6446FA33BEC0}"/>
          </ac:spMkLst>
        </pc:spChg>
        <pc:spChg chg="add mod">
          <ac:chgData name="Karthika Vellingiri" userId="2f791443-b2b6-40db-8581-89f0c0794d11" providerId="ADAL" clId="{55E25AE7-AA8E-4538-B779-72A04E739CB9}" dt="2026-01-19T00:00:04.375" v="1143" actId="255"/>
          <ac:spMkLst>
            <pc:docMk/>
            <pc:sldMk cId="3861409678" sldId="270"/>
            <ac:spMk id="30" creationId="{99072DD6-7B12-407D-1A58-DC4367EB55B9}"/>
          </ac:spMkLst>
        </pc:spChg>
        <pc:spChg chg="add mod">
          <ac:chgData name="Karthika Vellingiri" userId="2f791443-b2b6-40db-8581-89f0c0794d11" providerId="ADAL" clId="{55E25AE7-AA8E-4538-B779-72A04E739CB9}" dt="2026-01-19T00:00:56.022" v="1156" actId="1076"/>
          <ac:spMkLst>
            <pc:docMk/>
            <pc:sldMk cId="3861409678" sldId="270"/>
            <ac:spMk id="33" creationId="{1D18B4CB-F95B-1629-8AA1-E717E3CCA516}"/>
          </ac:spMkLst>
        </pc:spChg>
        <pc:spChg chg="add mod">
          <ac:chgData name="Karthika Vellingiri" userId="2f791443-b2b6-40db-8581-89f0c0794d11" providerId="ADAL" clId="{55E25AE7-AA8E-4538-B779-72A04E739CB9}" dt="2026-01-19T00:00:56.022" v="1156" actId="1076"/>
          <ac:spMkLst>
            <pc:docMk/>
            <pc:sldMk cId="3861409678" sldId="270"/>
            <ac:spMk id="34" creationId="{D12BF665-A310-62A1-F17B-52FA41B16B5E}"/>
          </ac:spMkLst>
        </pc:spChg>
        <pc:spChg chg="add mod">
          <ac:chgData name="Karthika Vellingiri" userId="2f791443-b2b6-40db-8581-89f0c0794d11" providerId="ADAL" clId="{55E25AE7-AA8E-4538-B779-72A04E739CB9}" dt="2026-01-19T00:00:56.022" v="1156" actId="1076"/>
          <ac:spMkLst>
            <pc:docMk/>
            <pc:sldMk cId="3861409678" sldId="270"/>
            <ac:spMk id="35" creationId="{57D6A810-1C0A-E6B2-AA1D-9F784CA76602}"/>
          </ac:spMkLst>
        </pc:spChg>
        <pc:spChg chg="add mod">
          <ac:chgData name="Karthika Vellingiri" userId="2f791443-b2b6-40db-8581-89f0c0794d11" providerId="ADAL" clId="{55E25AE7-AA8E-4538-B779-72A04E739CB9}" dt="2026-01-19T01:57:19.991" v="1206" actId="404"/>
          <ac:spMkLst>
            <pc:docMk/>
            <pc:sldMk cId="3861409678" sldId="270"/>
            <ac:spMk id="37" creationId="{70976A59-B3B4-CE81-7495-9F9F3F3A8464}"/>
          </ac:spMkLst>
        </pc:spChg>
        <pc:picChg chg="mod">
          <ac:chgData name="Karthika Vellingiri" userId="2f791443-b2b6-40db-8581-89f0c0794d11" providerId="ADAL" clId="{55E25AE7-AA8E-4538-B779-72A04E739CB9}" dt="2026-01-19T00:00:32.809" v="1152" actId="1076"/>
          <ac:picMkLst>
            <pc:docMk/>
            <pc:sldMk cId="3861409678" sldId="270"/>
            <ac:picMk id="21" creationId="{B967CF50-2379-4E77-194A-68CBB80C3295}"/>
          </ac:picMkLst>
        </pc:picChg>
      </pc:sldChg>
      <pc:sldChg chg="addSp delSp modSp new mod modTransition setBg modClrScheme delDesignElem chgLayout">
        <pc:chgData name="Karthika Vellingiri" userId="2f791443-b2b6-40db-8581-89f0c0794d11" providerId="ADAL" clId="{55E25AE7-AA8E-4538-B779-72A04E739CB9}" dt="2026-01-19T03:19:05.996" v="1638"/>
        <pc:sldMkLst>
          <pc:docMk/>
          <pc:sldMk cId="600383050" sldId="271"/>
        </pc:sldMkLst>
        <pc:spChg chg="add mod">
          <ac:chgData name="Karthika Vellingiri" userId="2f791443-b2b6-40db-8581-89f0c0794d11" providerId="ADAL" clId="{55E25AE7-AA8E-4538-B779-72A04E739CB9}" dt="2026-01-18T22:27:43.632" v="952" actId="14100"/>
          <ac:spMkLst>
            <pc:docMk/>
            <pc:sldMk cId="600383050" sldId="271"/>
            <ac:spMk id="2" creationId="{A8B68D65-1FC7-839D-A821-34EBEC368A5A}"/>
          </ac:spMkLst>
        </pc:spChg>
        <pc:spChg chg="add del">
          <ac:chgData name="Karthika Vellingiri" userId="2f791443-b2b6-40db-8581-89f0c0794d11" providerId="ADAL" clId="{55E25AE7-AA8E-4538-B779-72A04E739CB9}" dt="2026-01-18T22:34:10.865" v="1027"/>
          <ac:spMkLst>
            <pc:docMk/>
            <pc:sldMk cId="600383050" sldId="271"/>
            <ac:spMk id="9" creationId="{60B7752B-728D-4CA3-8923-C4F7F77029E3}"/>
          </ac:spMkLst>
        </pc:spChg>
        <pc:spChg chg="add del">
          <ac:chgData name="Karthika Vellingiri" userId="2f791443-b2b6-40db-8581-89f0c0794d11" providerId="ADAL" clId="{55E25AE7-AA8E-4538-B779-72A04E739CB9}" dt="2026-01-18T22:34:10.865" v="1027"/>
          <ac:spMkLst>
            <pc:docMk/>
            <pc:sldMk cId="600383050" sldId="271"/>
            <ac:spMk id="18" creationId="{52D58DC7-20C8-4471-BAA7-B296A2AEC3F6}"/>
          </ac:spMkLst>
        </pc:spChg>
        <pc:spChg chg="add del">
          <ac:chgData name="Karthika Vellingiri" userId="2f791443-b2b6-40db-8581-89f0c0794d11" providerId="ADAL" clId="{55E25AE7-AA8E-4538-B779-72A04E739CB9}" dt="2026-01-18T22:34:10.865" v="1027"/>
          <ac:spMkLst>
            <pc:docMk/>
            <pc:sldMk cId="600383050" sldId="271"/>
            <ac:spMk id="20" creationId="{8E4AABAC-100B-437F-86D3-981412859411}"/>
          </ac:spMkLst>
        </pc:spChg>
        <pc:spChg chg="add del">
          <ac:chgData name="Karthika Vellingiri" userId="2f791443-b2b6-40db-8581-89f0c0794d11" providerId="ADAL" clId="{55E25AE7-AA8E-4538-B779-72A04E739CB9}" dt="2026-01-18T22:34:10.865" v="1027"/>
          <ac:spMkLst>
            <pc:docMk/>
            <pc:sldMk cId="600383050" sldId="271"/>
            <ac:spMk id="22" creationId="{1DFD33E0-4D46-4176-BAE2-6AED15231C59}"/>
          </ac:spMkLst>
        </pc:spChg>
        <pc:spChg chg="add del">
          <ac:chgData name="Karthika Vellingiri" userId="2f791443-b2b6-40db-8581-89f0c0794d11" providerId="ADAL" clId="{55E25AE7-AA8E-4538-B779-72A04E739CB9}" dt="2026-01-18T22:34:10.865" v="1027"/>
          <ac:spMkLst>
            <pc:docMk/>
            <pc:sldMk cId="600383050" sldId="271"/>
            <ac:spMk id="24" creationId="{022B5D87-7689-4E7F-B03A-7F803B5DF799}"/>
          </ac:spMkLst>
        </pc:spChg>
        <pc:grpChg chg="add del">
          <ac:chgData name="Karthika Vellingiri" userId="2f791443-b2b6-40db-8581-89f0c0794d11" providerId="ADAL" clId="{55E25AE7-AA8E-4538-B779-72A04E739CB9}" dt="2026-01-18T22:34:10.865" v="1027"/>
          <ac:grpSpMkLst>
            <pc:docMk/>
            <pc:sldMk cId="600383050" sldId="271"/>
            <ac:grpSpMk id="14" creationId="{20205E53-D75C-4F15-A4A3-21DA0826FCE9}"/>
          </ac:grpSpMkLst>
        </pc:grpChg>
        <pc:graphicFrameChg chg="add mod modGraphic">
          <ac:chgData name="Karthika Vellingiri" userId="2f791443-b2b6-40db-8581-89f0c0794d11" providerId="ADAL" clId="{55E25AE7-AA8E-4538-B779-72A04E739CB9}" dt="2026-01-18T22:27:53.943" v="953" actId="26606"/>
          <ac:graphicFrameMkLst>
            <pc:docMk/>
            <pc:sldMk cId="600383050" sldId="271"/>
            <ac:graphicFrameMk id="5" creationId="{99D57CE9-E984-A3BC-4D64-E22FBF3B56DF}"/>
          </ac:graphicFrameMkLst>
        </pc:graphicFrameChg>
      </pc:sldChg>
      <pc:sldChg chg="addSp delSp modSp new mod modTransition setBg modClrScheme chgLayout">
        <pc:chgData name="Karthika Vellingiri" userId="2f791443-b2b6-40db-8581-89f0c0794d11" providerId="ADAL" clId="{55E25AE7-AA8E-4538-B779-72A04E739CB9}" dt="2026-01-19T03:19:05.996" v="1638"/>
        <pc:sldMkLst>
          <pc:docMk/>
          <pc:sldMk cId="2901119004" sldId="272"/>
        </pc:sldMkLst>
        <pc:spChg chg="add mod">
          <ac:chgData name="Karthika Vellingiri" userId="2f791443-b2b6-40db-8581-89f0c0794d11" providerId="ADAL" clId="{55E25AE7-AA8E-4538-B779-72A04E739CB9}" dt="2026-01-18T22:34:34.300" v="1045" actId="26606"/>
          <ac:spMkLst>
            <pc:docMk/>
            <pc:sldMk cId="2901119004" sldId="272"/>
            <ac:spMk id="4" creationId="{73758323-B53E-9A5B-F8C8-37823ACDB294}"/>
          </ac:spMkLst>
        </pc:spChg>
        <pc:spChg chg="add">
          <ac:chgData name="Karthika Vellingiri" userId="2f791443-b2b6-40db-8581-89f0c0794d11" providerId="ADAL" clId="{55E25AE7-AA8E-4538-B779-72A04E739CB9}" dt="2026-01-18T22:34:34.300" v="1045" actId="26606"/>
          <ac:spMkLst>
            <pc:docMk/>
            <pc:sldMk cId="2901119004" sldId="272"/>
            <ac:spMk id="9" creationId="{82184FF4-7029-4ED7-813A-192E60608764}"/>
          </ac:spMkLst>
        </pc:spChg>
        <pc:spChg chg="add">
          <ac:chgData name="Karthika Vellingiri" userId="2f791443-b2b6-40db-8581-89f0c0794d11" providerId="ADAL" clId="{55E25AE7-AA8E-4538-B779-72A04E739CB9}" dt="2026-01-18T22:34:34.300" v="1045" actId="26606"/>
          <ac:spMkLst>
            <pc:docMk/>
            <pc:sldMk cId="2901119004" sldId="272"/>
            <ac:spMk id="11" creationId="{AAA7AB09-557C-41AD-9113-FF9F68FA1035}"/>
          </ac:spMkLst>
        </pc:spChg>
        <pc:spChg chg="add">
          <ac:chgData name="Karthika Vellingiri" userId="2f791443-b2b6-40db-8581-89f0c0794d11" providerId="ADAL" clId="{55E25AE7-AA8E-4538-B779-72A04E739CB9}" dt="2026-01-18T22:34:34.300" v="1045" actId="26606"/>
          <ac:spMkLst>
            <pc:docMk/>
            <pc:sldMk cId="2901119004" sldId="272"/>
            <ac:spMk id="13" creationId="{EF99ECAA-1F11-4937-BBA6-51935AB44C9D}"/>
          </ac:spMkLst>
        </pc:spChg>
        <pc:spChg chg="add">
          <ac:chgData name="Karthika Vellingiri" userId="2f791443-b2b6-40db-8581-89f0c0794d11" providerId="ADAL" clId="{55E25AE7-AA8E-4538-B779-72A04E739CB9}" dt="2026-01-18T22:34:34.300" v="1045" actId="26606"/>
          <ac:spMkLst>
            <pc:docMk/>
            <pc:sldMk cId="2901119004" sldId="272"/>
            <ac:spMk id="21" creationId="{3E4A0FF0-C01D-4D79-B2A0-DB8ABC7F32C0}"/>
          </ac:spMkLst>
        </pc:spChg>
        <pc:spChg chg="add">
          <ac:chgData name="Karthika Vellingiri" userId="2f791443-b2b6-40db-8581-89f0c0794d11" providerId="ADAL" clId="{55E25AE7-AA8E-4538-B779-72A04E739CB9}" dt="2026-01-18T22:34:34.300" v="1045" actId="26606"/>
          <ac:spMkLst>
            <pc:docMk/>
            <pc:sldMk cId="2901119004" sldId="272"/>
            <ac:spMk id="23" creationId="{F413A76C-1635-4B9A-82E5-83B4C4A989A1}"/>
          </ac:spMkLst>
        </pc:spChg>
        <pc:spChg chg="add">
          <ac:chgData name="Karthika Vellingiri" userId="2f791443-b2b6-40db-8581-89f0c0794d11" providerId="ADAL" clId="{55E25AE7-AA8E-4538-B779-72A04E739CB9}" dt="2026-01-18T22:34:34.300" v="1045" actId="26606"/>
          <ac:spMkLst>
            <pc:docMk/>
            <pc:sldMk cId="2901119004" sldId="272"/>
            <ac:spMk id="25" creationId="{057CB2EB-A32D-4DAA-8AEA-EC6F55CB17C7}"/>
          </ac:spMkLst>
        </pc:spChg>
        <pc:spChg chg="add">
          <ac:chgData name="Karthika Vellingiri" userId="2f791443-b2b6-40db-8581-89f0c0794d11" providerId="ADAL" clId="{55E25AE7-AA8E-4538-B779-72A04E739CB9}" dt="2026-01-18T22:34:34.300" v="1045" actId="26606"/>
          <ac:spMkLst>
            <pc:docMk/>
            <pc:sldMk cId="2901119004" sldId="272"/>
            <ac:spMk id="31" creationId="{6A09A318-A034-4481-9BF6-AE091E306E62}"/>
          </ac:spMkLst>
        </pc:spChg>
        <pc:grpChg chg="add">
          <ac:chgData name="Karthika Vellingiri" userId="2f791443-b2b6-40db-8581-89f0c0794d11" providerId="ADAL" clId="{55E25AE7-AA8E-4538-B779-72A04E739CB9}" dt="2026-01-18T22:34:34.300" v="1045" actId="26606"/>
          <ac:grpSpMkLst>
            <pc:docMk/>
            <pc:sldMk cId="2901119004" sldId="272"/>
            <ac:grpSpMk id="15" creationId="{79DE9FAB-6BBA-4CFE-B67D-77B47F01ECA4}"/>
          </ac:grpSpMkLst>
        </pc:grpChg>
        <pc:grpChg chg="add">
          <ac:chgData name="Karthika Vellingiri" userId="2f791443-b2b6-40db-8581-89f0c0794d11" providerId="ADAL" clId="{55E25AE7-AA8E-4538-B779-72A04E739CB9}" dt="2026-01-18T22:34:34.300" v="1045" actId="26606"/>
          <ac:grpSpMkLst>
            <pc:docMk/>
            <pc:sldMk cId="2901119004" sldId="272"/>
            <ac:grpSpMk id="27" creationId="{4933AD8C-9EF0-48A5-A4E2-7D23D3EEAFD5}"/>
          </ac:grpSpMkLst>
        </pc:grpChg>
      </pc:sldChg>
      <pc:sldChg chg="delSp add mod delAnim">
        <pc:chgData name="Karthika Vellingiri" userId="2f791443-b2b6-40db-8581-89f0c0794d11" providerId="ADAL" clId="{55E25AE7-AA8E-4538-B779-72A04E739CB9}" dt="2026-02-14T12:41:26.375" v="1645" actId="478"/>
        <pc:sldMkLst>
          <pc:docMk/>
          <pc:sldMk cId="938616736" sldId="273"/>
        </pc:sldMkLst>
        <pc:picChg chg="del">
          <ac:chgData name="Karthika Vellingiri" userId="2f791443-b2b6-40db-8581-89f0c0794d11" providerId="ADAL" clId="{55E25AE7-AA8E-4538-B779-72A04E739CB9}" dt="2026-02-14T12:41:26.375" v="1645" actId="478"/>
          <ac:picMkLst>
            <pc:docMk/>
            <pc:sldMk cId="938616736" sldId="273"/>
            <ac:picMk id="26" creationId="{2810FF24-3404-A6C2-81E5-24555776C880}"/>
          </ac:picMkLst>
        </pc:picChg>
      </pc:sldChg>
      <pc:sldMasterChg chg="modTransition modSldLayout">
        <pc:chgData name="Karthika Vellingiri" userId="2f791443-b2b6-40db-8581-89f0c0794d11" providerId="ADAL" clId="{55E25AE7-AA8E-4538-B779-72A04E739CB9}" dt="2026-01-19T03:19:05.996" v="1638"/>
        <pc:sldMasterMkLst>
          <pc:docMk/>
          <pc:sldMasterMk cId="1686480874" sldId="2147483824"/>
        </pc:sldMasterMkLst>
        <pc:sldLayoutChg chg="modTransition">
          <pc:chgData name="Karthika Vellingiri" userId="2f791443-b2b6-40db-8581-89f0c0794d11" providerId="ADAL" clId="{55E25AE7-AA8E-4538-B779-72A04E739CB9}" dt="2026-01-19T03:19:05.996" v="1638"/>
          <pc:sldLayoutMkLst>
            <pc:docMk/>
            <pc:sldMasterMk cId="1686480874" sldId="2147483824"/>
            <pc:sldLayoutMk cId="2459400405" sldId="2147483813"/>
          </pc:sldLayoutMkLst>
        </pc:sldLayoutChg>
        <pc:sldLayoutChg chg="modTransition">
          <pc:chgData name="Karthika Vellingiri" userId="2f791443-b2b6-40db-8581-89f0c0794d11" providerId="ADAL" clId="{55E25AE7-AA8E-4538-B779-72A04E739CB9}" dt="2026-01-19T03:19:05.996" v="1638"/>
          <pc:sldLayoutMkLst>
            <pc:docMk/>
            <pc:sldMasterMk cId="1686480874" sldId="2147483824"/>
            <pc:sldLayoutMk cId="3406387858" sldId="2147483814"/>
          </pc:sldLayoutMkLst>
        </pc:sldLayoutChg>
        <pc:sldLayoutChg chg="modTransition">
          <pc:chgData name="Karthika Vellingiri" userId="2f791443-b2b6-40db-8581-89f0c0794d11" providerId="ADAL" clId="{55E25AE7-AA8E-4538-B779-72A04E739CB9}" dt="2026-01-19T03:19:05.996" v="1638"/>
          <pc:sldLayoutMkLst>
            <pc:docMk/>
            <pc:sldMasterMk cId="1686480874" sldId="2147483824"/>
            <pc:sldLayoutMk cId="2056759123" sldId="2147483815"/>
          </pc:sldLayoutMkLst>
        </pc:sldLayoutChg>
        <pc:sldLayoutChg chg="modTransition">
          <pc:chgData name="Karthika Vellingiri" userId="2f791443-b2b6-40db-8581-89f0c0794d11" providerId="ADAL" clId="{55E25AE7-AA8E-4538-B779-72A04E739CB9}" dt="2026-01-19T03:19:05.996" v="1638"/>
          <pc:sldLayoutMkLst>
            <pc:docMk/>
            <pc:sldMasterMk cId="1686480874" sldId="2147483824"/>
            <pc:sldLayoutMk cId="3431254798" sldId="2147483816"/>
          </pc:sldLayoutMkLst>
        </pc:sldLayoutChg>
        <pc:sldLayoutChg chg="modTransition">
          <pc:chgData name="Karthika Vellingiri" userId="2f791443-b2b6-40db-8581-89f0c0794d11" providerId="ADAL" clId="{55E25AE7-AA8E-4538-B779-72A04E739CB9}" dt="2026-01-19T03:19:05.996" v="1638"/>
          <pc:sldLayoutMkLst>
            <pc:docMk/>
            <pc:sldMasterMk cId="1686480874" sldId="2147483824"/>
            <pc:sldLayoutMk cId="1308358554" sldId="2147483817"/>
          </pc:sldLayoutMkLst>
        </pc:sldLayoutChg>
        <pc:sldLayoutChg chg="modTransition">
          <pc:chgData name="Karthika Vellingiri" userId="2f791443-b2b6-40db-8581-89f0c0794d11" providerId="ADAL" clId="{55E25AE7-AA8E-4538-B779-72A04E739CB9}" dt="2026-01-19T03:19:05.996" v="1638"/>
          <pc:sldLayoutMkLst>
            <pc:docMk/>
            <pc:sldMasterMk cId="1686480874" sldId="2147483824"/>
            <pc:sldLayoutMk cId="3653880699" sldId="2147483818"/>
          </pc:sldLayoutMkLst>
        </pc:sldLayoutChg>
        <pc:sldLayoutChg chg="modTransition">
          <pc:chgData name="Karthika Vellingiri" userId="2f791443-b2b6-40db-8581-89f0c0794d11" providerId="ADAL" clId="{55E25AE7-AA8E-4538-B779-72A04E739CB9}" dt="2026-01-19T03:19:05.996" v="1638"/>
          <pc:sldLayoutMkLst>
            <pc:docMk/>
            <pc:sldMasterMk cId="1686480874" sldId="2147483824"/>
            <pc:sldLayoutMk cId="2754940508" sldId="2147483819"/>
          </pc:sldLayoutMkLst>
        </pc:sldLayoutChg>
        <pc:sldLayoutChg chg="modTransition">
          <pc:chgData name="Karthika Vellingiri" userId="2f791443-b2b6-40db-8581-89f0c0794d11" providerId="ADAL" clId="{55E25AE7-AA8E-4538-B779-72A04E739CB9}" dt="2026-01-19T03:19:05.996" v="1638"/>
          <pc:sldLayoutMkLst>
            <pc:docMk/>
            <pc:sldMasterMk cId="1686480874" sldId="2147483824"/>
            <pc:sldLayoutMk cId="1047763486" sldId="2147483820"/>
          </pc:sldLayoutMkLst>
        </pc:sldLayoutChg>
        <pc:sldLayoutChg chg="modTransition">
          <pc:chgData name="Karthika Vellingiri" userId="2f791443-b2b6-40db-8581-89f0c0794d11" providerId="ADAL" clId="{55E25AE7-AA8E-4538-B779-72A04E739CB9}" dt="2026-01-19T03:19:05.996" v="1638"/>
          <pc:sldLayoutMkLst>
            <pc:docMk/>
            <pc:sldMasterMk cId="1686480874" sldId="2147483824"/>
            <pc:sldLayoutMk cId="2237064820" sldId="2147483821"/>
          </pc:sldLayoutMkLst>
        </pc:sldLayoutChg>
        <pc:sldLayoutChg chg="modTransition">
          <pc:chgData name="Karthika Vellingiri" userId="2f791443-b2b6-40db-8581-89f0c0794d11" providerId="ADAL" clId="{55E25AE7-AA8E-4538-B779-72A04E739CB9}" dt="2026-01-19T03:19:05.996" v="1638"/>
          <pc:sldLayoutMkLst>
            <pc:docMk/>
            <pc:sldMasterMk cId="1686480874" sldId="2147483824"/>
            <pc:sldLayoutMk cId="2525754097" sldId="2147483822"/>
          </pc:sldLayoutMkLst>
        </pc:sldLayoutChg>
        <pc:sldLayoutChg chg="modTransition">
          <pc:chgData name="Karthika Vellingiri" userId="2f791443-b2b6-40db-8581-89f0c0794d11" providerId="ADAL" clId="{55E25AE7-AA8E-4538-B779-72A04E739CB9}" dt="2026-01-19T03:19:05.996" v="1638"/>
          <pc:sldLayoutMkLst>
            <pc:docMk/>
            <pc:sldMasterMk cId="1686480874" sldId="2147483824"/>
            <pc:sldLayoutMk cId="2500180070" sldId="2147483823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80EF04-4184-42CF-BB92-FD49390B111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B333F9F-17C8-41EF-813F-8A7E051CA8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Retailers must balance demand forecasting, pricing, and inventory control</a:t>
          </a:r>
          <a:endParaRPr lang="en-US" dirty="0"/>
        </a:p>
      </dgm:t>
    </dgm:pt>
    <dgm:pt modelId="{478B2136-B9A7-4AA7-B50F-D397DDCDB3C0}" type="parTrans" cxnId="{70A15A82-66FD-4074-B6F3-798D03EAC734}">
      <dgm:prSet/>
      <dgm:spPr/>
      <dgm:t>
        <a:bodyPr/>
        <a:lstStyle/>
        <a:p>
          <a:endParaRPr lang="en-US"/>
        </a:p>
      </dgm:t>
    </dgm:pt>
    <dgm:pt modelId="{1D45E840-54CB-48D2-94A1-01D0CDA1166C}" type="sibTrans" cxnId="{70A15A82-66FD-4074-B6F3-798D03EAC734}">
      <dgm:prSet/>
      <dgm:spPr/>
      <dgm:t>
        <a:bodyPr/>
        <a:lstStyle/>
        <a:p>
          <a:endParaRPr lang="en-US"/>
        </a:p>
      </dgm:t>
    </dgm:pt>
    <dgm:pt modelId="{AA17FBE0-9472-47CE-BB4F-4AE5EFB553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Overstocking increases storage costs and waste</a:t>
          </a:r>
          <a:endParaRPr lang="en-US"/>
        </a:p>
      </dgm:t>
    </dgm:pt>
    <dgm:pt modelId="{57A072B9-DB00-4620-BA1F-591812211ABA}" type="parTrans" cxnId="{3F879B2B-AB0A-44B0-A34B-926A09811250}">
      <dgm:prSet/>
      <dgm:spPr/>
      <dgm:t>
        <a:bodyPr/>
        <a:lstStyle/>
        <a:p>
          <a:endParaRPr lang="en-US"/>
        </a:p>
      </dgm:t>
    </dgm:pt>
    <dgm:pt modelId="{C92E779D-2F45-4FB6-ACAB-9DB28F5D0B72}" type="sibTrans" cxnId="{3F879B2B-AB0A-44B0-A34B-926A09811250}">
      <dgm:prSet/>
      <dgm:spPr/>
      <dgm:t>
        <a:bodyPr/>
        <a:lstStyle/>
        <a:p>
          <a:endParaRPr lang="en-US"/>
        </a:p>
      </dgm:t>
    </dgm:pt>
    <dgm:pt modelId="{49D077B3-E48B-4D6C-8F03-F5BD3C19F0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Understocking results in lost revenue and customer dissatisfaction</a:t>
          </a:r>
          <a:endParaRPr lang="en-US"/>
        </a:p>
      </dgm:t>
    </dgm:pt>
    <dgm:pt modelId="{6A03CF3B-F489-428A-A5DE-58B205D39229}" type="parTrans" cxnId="{4C1EFE71-F93C-481A-9026-63983518F38B}">
      <dgm:prSet/>
      <dgm:spPr/>
      <dgm:t>
        <a:bodyPr/>
        <a:lstStyle/>
        <a:p>
          <a:endParaRPr lang="en-US"/>
        </a:p>
      </dgm:t>
    </dgm:pt>
    <dgm:pt modelId="{282BC8CC-C83C-49D7-A0AC-668D60A4969F}" type="sibTrans" cxnId="{4C1EFE71-F93C-481A-9026-63983518F38B}">
      <dgm:prSet/>
      <dgm:spPr/>
      <dgm:t>
        <a:bodyPr/>
        <a:lstStyle/>
        <a:p>
          <a:endParaRPr lang="en-US"/>
        </a:p>
      </dgm:t>
    </dgm:pt>
    <dgm:pt modelId="{BA2B96EA-0C23-4562-A097-1ADBCC506E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Promotions and competitor pricing add complexity to demand behavior</a:t>
          </a:r>
          <a:endParaRPr lang="en-US"/>
        </a:p>
      </dgm:t>
    </dgm:pt>
    <dgm:pt modelId="{B9DD895E-911C-40A9-956F-6CE5827F1698}" type="parTrans" cxnId="{F723DEFA-1B62-41B6-A0EC-294B232C101B}">
      <dgm:prSet/>
      <dgm:spPr/>
      <dgm:t>
        <a:bodyPr/>
        <a:lstStyle/>
        <a:p>
          <a:endParaRPr lang="en-US"/>
        </a:p>
      </dgm:t>
    </dgm:pt>
    <dgm:pt modelId="{E4C4746D-8D79-4329-BAEE-C76BBFC79DA6}" type="sibTrans" cxnId="{F723DEFA-1B62-41B6-A0EC-294B232C101B}">
      <dgm:prSet/>
      <dgm:spPr/>
      <dgm:t>
        <a:bodyPr/>
        <a:lstStyle/>
        <a:p>
          <a:endParaRPr lang="en-US"/>
        </a:p>
      </dgm:t>
    </dgm:pt>
    <dgm:pt modelId="{BB3A8E42-DD2A-46F2-AC9E-2AF9518F452A}" type="pres">
      <dgm:prSet presAssocID="{8D80EF04-4184-42CF-BB92-FD49390B111D}" presName="root" presStyleCnt="0">
        <dgm:presLayoutVars>
          <dgm:dir/>
          <dgm:resizeHandles val="exact"/>
        </dgm:presLayoutVars>
      </dgm:prSet>
      <dgm:spPr/>
    </dgm:pt>
    <dgm:pt modelId="{B6786AAF-7251-4A14-B12C-EDA92324AB99}" type="pres">
      <dgm:prSet presAssocID="{5B333F9F-17C8-41EF-813F-8A7E051CA858}" presName="compNode" presStyleCnt="0"/>
      <dgm:spPr/>
    </dgm:pt>
    <dgm:pt modelId="{BF717CEF-92FC-445C-92FE-D3DDEBD07074}" type="pres">
      <dgm:prSet presAssocID="{5B333F9F-17C8-41EF-813F-8A7E051CA858}" presName="bgRect" presStyleLbl="bgShp" presStyleIdx="0" presStyleCnt="4"/>
      <dgm:spPr/>
    </dgm:pt>
    <dgm:pt modelId="{34D718FE-1EDB-49E1-99AA-D88CC2D4C84B}" type="pres">
      <dgm:prSet presAssocID="{5B333F9F-17C8-41EF-813F-8A7E051CA85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6BB8384C-67CE-488D-9F94-1C46E3E4CB86}" type="pres">
      <dgm:prSet presAssocID="{5B333F9F-17C8-41EF-813F-8A7E051CA858}" presName="spaceRect" presStyleCnt="0"/>
      <dgm:spPr/>
    </dgm:pt>
    <dgm:pt modelId="{629DEED9-A304-4B76-8A52-B23B6E345218}" type="pres">
      <dgm:prSet presAssocID="{5B333F9F-17C8-41EF-813F-8A7E051CA858}" presName="parTx" presStyleLbl="revTx" presStyleIdx="0" presStyleCnt="4">
        <dgm:presLayoutVars>
          <dgm:chMax val="0"/>
          <dgm:chPref val="0"/>
        </dgm:presLayoutVars>
      </dgm:prSet>
      <dgm:spPr/>
    </dgm:pt>
    <dgm:pt modelId="{8108990E-0971-4849-9154-E7A86E5E7372}" type="pres">
      <dgm:prSet presAssocID="{1D45E840-54CB-48D2-94A1-01D0CDA1166C}" presName="sibTrans" presStyleCnt="0"/>
      <dgm:spPr/>
    </dgm:pt>
    <dgm:pt modelId="{292EBBCA-DA91-491A-9AB0-56242B1EC07B}" type="pres">
      <dgm:prSet presAssocID="{AA17FBE0-9472-47CE-BB4F-4AE5EFB553EA}" presName="compNode" presStyleCnt="0"/>
      <dgm:spPr/>
    </dgm:pt>
    <dgm:pt modelId="{D475372D-EC5C-49CB-905B-73B59C7DE274}" type="pres">
      <dgm:prSet presAssocID="{AA17FBE0-9472-47CE-BB4F-4AE5EFB553EA}" presName="bgRect" presStyleLbl="bgShp" presStyleIdx="1" presStyleCnt="4"/>
      <dgm:spPr/>
    </dgm:pt>
    <dgm:pt modelId="{91B1DD27-42AE-4394-A7D1-29CD212E2682}" type="pres">
      <dgm:prSet presAssocID="{AA17FBE0-9472-47CE-BB4F-4AE5EFB553E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D2C58D46-D643-4452-9DE5-4CD0330EC9CD}" type="pres">
      <dgm:prSet presAssocID="{AA17FBE0-9472-47CE-BB4F-4AE5EFB553EA}" presName="spaceRect" presStyleCnt="0"/>
      <dgm:spPr/>
    </dgm:pt>
    <dgm:pt modelId="{38E76784-01F5-49BA-8AC9-E3273AFC2AD7}" type="pres">
      <dgm:prSet presAssocID="{AA17FBE0-9472-47CE-BB4F-4AE5EFB553EA}" presName="parTx" presStyleLbl="revTx" presStyleIdx="1" presStyleCnt="4">
        <dgm:presLayoutVars>
          <dgm:chMax val="0"/>
          <dgm:chPref val="0"/>
        </dgm:presLayoutVars>
      </dgm:prSet>
      <dgm:spPr/>
    </dgm:pt>
    <dgm:pt modelId="{B44702F5-742F-44A8-91F5-92593A5BCE51}" type="pres">
      <dgm:prSet presAssocID="{C92E779D-2F45-4FB6-ACAB-9DB28F5D0B72}" presName="sibTrans" presStyleCnt="0"/>
      <dgm:spPr/>
    </dgm:pt>
    <dgm:pt modelId="{B725E2AA-0515-4A14-A05E-741EB3DE8705}" type="pres">
      <dgm:prSet presAssocID="{49D077B3-E48B-4D6C-8F03-F5BD3C19F040}" presName="compNode" presStyleCnt="0"/>
      <dgm:spPr/>
    </dgm:pt>
    <dgm:pt modelId="{A823206D-B5D8-4838-875B-C1B48BE7E259}" type="pres">
      <dgm:prSet presAssocID="{49D077B3-E48B-4D6C-8F03-F5BD3C19F040}" presName="bgRect" presStyleLbl="bgShp" presStyleIdx="2" presStyleCnt="4"/>
      <dgm:spPr/>
    </dgm:pt>
    <dgm:pt modelId="{65684592-1D4F-4FDC-B334-FC24DB255B86}" type="pres">
      <dgm:prSet presAssocID="{49D077B3-E48B-4D6C-8F03-F5BD3C19F04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d Face with No Fill"/>
        </a:ext>
      </dgm:extLst>
    </dgm:pt>
    <dgm:pt modelId="{E26F50E0-6249-4DD6-92B0-C760158275F3}" type="pres">
      <dgm:prSet presAssocID="{49D077B3-E48B-4D6C-8F03-F5BD3C19F040}" presName="spaceRect" presStyleCnt="0"/>
      <dgm:spPr/>
    </dgm:pt>
    <dgm:pt modelId="{5C75ABED-FB66-4EF2-8161-9E049E325EBA}" type="pres">
      <dgm:prSet presAssocID="{49D077B3-E48B-4D6C-8F03-F5BD3C19F040}" presName="parTx" presStyleLbl="revTx" presStyleIdx="2" presStyleCnt="4">
        <dgm:presLayoutVars>
          <dgm:chMax val="0"/>
          <dgm:chPref val="0"/>
        </dgm:presLayoutVars>
      </dgm:prSet>
      <dgm:spPr/>
    </dgm:pt>
    <dgm:pt modelId="{5EABD808-E3C8-4B9B-94E3-79DB6B1D9A70}" type="pres">
      <dgm:prSet presAssocID="{282BC8CC-C83C-49D7-A0AC-668D60A4969F}" presName="sibTrans" presStyleCnt="0"/>
      <dgm:spPr/>
    </dgm:pt>
    <dgm:pt modelId="{216AE4DC-A918-4ACB-91A2-9DB5DBABD2EA}" type="pres">
      <dgm:prSet presAssocID="{BA2B96EA-0C23-4562-A097-1ADBCC506E79}" presName="compNode" presStyleCnt="0"/>
      <dgm:spPr/>
    </dgm:pt>
    <dgm:pt modelId="{7D4EBB10-737C-4DEE-93D6-4CC9F5BC1295}" type="pres">
      <dgm:prSet presAssocID="{BA2B96EA-0C23-4562-A097-1ADBCC506E79}" presName="bgRect" presStyleLbl="bgShp" presStyleIdx="3" presStyleCnt="4"/>
      <dgm:spPr/>
    </dgm:pt>
    <dgm:pt modelId="{94209732-9613-4774-B1DA-7FD4EB8DBAF9}" type="pres">
      <dgm:prSet presAssocID="{BA2B96EA-0C23-4562-A097-1ADBCC506E7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713F56F-8F34-42B0-9014-1923CF12AF20}" type="pres">
      <dgm:prSet presAssocID="{BA2B96EA-0C23-4562-A097-1ADBCC506E79}" presName="spaceRect" presStyleCnt="0"/>
      <dgm:spPr/>
    </dgm:pt>
    <dgm:pt modelId="{FE459EB4-7748-48A4-BCB5-5344DAE30595}" type="pres">
      <dgm:prSet presAssocID="{BA2B96EA-0C23-4562-A097-1ADBCC506E7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F879B2B-AB0A-44B0-A34B-926A09811250}" srcId="{8D80EF04-4184-42CF-BB92-FD49390B111D}" destId="{AA17FBE0-9472-47CE-BB4F-4AE5EFB553EA}" srcOrd="1" destOrd="0" parTransId="{57A072B9-DB00-4620-BA1F-591812211ABA}" sibTransId="{C92E779D-2F45-4FB6-ACAB-9DB28F5D0B72}"/>
    <dgm:cxn modelId="{92491B6D-A2F4-4FA4-B667-2158515E252E}" type="presOf" srcId="{AA17FBE0-9472-47CE-BB4F-4AE5EFB553EA}" destId="{38E76784-01F5-49BA-8AC9-E3273AFC2AD7}" srcOrd="0" destOrd="0" presId="urn:microsoft.com/office/officeart/2018/2/layout/IconVerticalSolidList"/>
    <dgm:cxn modelId="{4C1EFE71-F93C-481A-9026-63983518F38B}" srcId="{8D80EF04-4184-42CF-BB92-FD49390B111D}" destId="{49D077B3-E48B-4D6C-8F03-F5BD3C19F040}" srcOrd="2" destOrd="0" parTransId="{6A03CF3B-F489-428A-A5DE-58B205D39229}" sibTransId="{282BC8CC-C83C-49D7-A0AC-668D60A4969F}"/>
    <dgm:cxn modelId="{2A582C77-FAA1-41ED-A989-3FB7BC7DEBCF}" type="presOf" srcId="{BA2B96EA-0C23-4562-A097-1ADBCC506E79}" destId="{FE459EB4-7748-48A4-BCB5-5344DAE30595}" srcOrd="0" destOrd="0" presId="urn:microsoft.com/office/officeart/2018/2/layout/IconVerticalSolidList"/>
    <dgm:cxn modelId="{30EFB87D-A6DC-4D63-BD98-1D3B5B228CE7}" type="presOf" srcId="{8D80EF04-4184-42CF-BB92-FD49390B111D}" destId="{BB3A8E42-DD2A-46F2-AC9E-2AF9518F452A}" srcOrd="0" destOrd="0" presId="urn:microsoft.com/office/officeart/2018/2/layout/IconVerticalSolidList"/>
    <dgm:cxn modelId="{70A15A82-66FD-4074-B6F3-798D03EAC734}" srcId="{8D80EF04-4184-42CF-BB92-FD49390B111D}" destId="{5B333F9F-17C8-41EF-813F-8A7E051CA858}" srcOrd="0" destOrd="0" parTransId="{478B2136-B9A7-4AA7-B50F-D397DDCDB3C0}" sibTransId="{1D45E840-54CB-48D2-94A1-01D0CDA1166C}"/>
    <dgm:cxn modelId="{9374548B-4925-41D3-8F9B-705FAE897900}" type="presOf" srcId="{49D077B3-E48B-4D6C-8F03-F5BD3C19F040}" destId="{5C75ABED-FB66-4EF2-8161-9E049E325EBA}" srcOrd="0" destOrd="0" presId="urn:microsoft.com/office/officeart/2018/2/layout/IconVerticalSolidList"/>
    <dgm:cxn modelId="{59969C8B-B539-48E9-B431-27B2E661F8F2}" type="presOf" srcId="{5B333F9F-17C8-41EF-813F-8A7E051CA858}" destId="{629DEED9-A304-4B76-8A52-B23B6E345218}" srcOrd="0" destOrd="0" presId="urn:microsoft.com/office/officeart/2018/2/layout/IconVerticalSolidList"/>
    <dgm:cxn modelId="{F723DEFA-1B62-41B6-A0EC-294B232C101B}" srcId="{8D80EF04-4184-42CF-BB92-FD49390B111D}" destId="{BA2B96EA-0C23-4562-A097-1ADBCC506E79}" srcOrd="3" destOrd="0" parTransId="{B9DD895E-911C-40A9-956F-6CE5827F1698}" sibTransId="{E4C4746D-8D79-4329-BAEE-C76BBFC79DA6}"/>
    <dgm:cxn modelId="{B655BFF8-C218-42A8-BFFC-D73CE8DC0301}" type="presParOf" srcId="{BB3A8E42-DD2A-46F2-AC9E-2AF9518F452A}" destId="{B6786AAF-7251-4A14-B12C-EDA92324AB99}" srcOrd="0" destOrd="0" presId="urn:microsoft.com/office/officeart/2018/2/layout/IconVerticalSolidList"/>
    <dgm:cxn modelId="{91BCD069-0F64-41E5-B96E-AFA24715F9EB}" type="presParOf" srcId="{B6786AAF-7251-4A14-B12C-EDA92324AB99}" destId="{BF717CEF-92FC-445C-92FE-D3DDEBD07074}" srcOrd="0" destOrd="0" presId="urn:microsoft.com/office/officeart/2018/2/layout/IconVerticalSolidList"/>
    <dgm:cxn modelId="{22EAFC73-1465-4C69-B060-7BD5C309AC84}" type="presParOf" srcId="{B6786AAF-7251-4A14-B12C-EDA92324AB99}" destId="{34D718FE-1EDB-49E1-99AA-D88CC2D4C84B}" srcOrd="1" destOrd="0" presId="urn:microsoft.com/office/officeart/2018/2/layout/IconVerticalSolidList"/>
    <dgm:cxn modelId="{5252A0C6-60DE-40DF-9F80-4DE2760A056B}" type="presParOf" srcId="{B6786AAF-7251-4A14-B12C-EDA92324AB99}" destId="{6BB8384C-67CE-488D-9F94-1C46E3E4CB86}" srcOrd="2" destOrd="0" presId="urn:microsoft.com/office/officeart/2018/2/layout/IconVerticalSolidList"/>
    <dgm:cxn modelId="{BEC4F27F-CA90-482F-8F1E-3F5DF3F3D09D}" type="presParOf" srcId="{B6786AAF-7251-4A14-B12C-EDA92324AB99}" destId="{629DEED9-A304-4B76-8A52-B23B6E345218}" srcOrd="3" destOrd="0" presId="urn:microsoft.com/office/officeart/2018/2/layout/IconVerticalSolidList"/>
    <dgm:cxn modelId="{2FEB83C8-6DDA-43CE-A89D-988B20663868}" type="presParOf" srcId="{BB3A8E42-DD2A-46F2-AC9E-2AF9518F452A}" destId="{8108990E-0971-4849-9154-E7A86E5E7372}" srcOrd="1" destOrd="0" presId="urn:microsoft.com/office/officeart/2018/2/layout/IconVerticalSolidList"/>
    <dgm:cxn modelId="{530FE018-3323-4749-9265-1B4413FF8859}" type="presParOf" srcId="{BB3A8E42-DD2A-46F2-AC9E-2AF9518F452A}" destId="{292EBBCA-DA91-491A-9AB0-56242B1EC07B}" srcOrd="2" destOrd="0" presId="urn:microsoft.com/office/officeart/2018/2/layout/IconVerticalSolidList"/>
    <dgm:cxn modelId="{5F60213A-2FDA-4D8B-B03F-D4AB0748C350}" type="presParOf" srcId="{292EBBCA-DA91-491A-9AB0-56242B1EC07B}" destId="{D475372D-EC5C-49CB-905B-73B59C7DE274}" srcOrd="0" destOrd="0" presId="urn:microsoft.com/office/officeart/2018/2/layout/IconVerticalSolidList"/>
    <dgm:cxn modelId="{2273C7A2-9CFE-4AF8-BC83-AAE173C009E3}" type="presParOf" srcId="{292EBBCA-DA91-491A-9AB0-56242B1EC07B}" destId="{91B1DD27-42AE-4394-A7D1-29CD212E2682}" srcOrd="1" destOrd="0" presId="urn:microsoft.com/office/officeart/2018/2/layout/IconVerticalSolidList"/>
    <dgm:cxn modelId="{40AB7C31-A71B-4544-8F29-21C1879FEF2D}" type="presParOf" srcId="{292EBBCA-DA91-491A-9AB0-56242B1EC07B}" destId="{D2C58D46-D643-4452-9DE5-4CD0330EC9CD}" srcOrd="2" destOrd="0" presId="urn:microsoft.com/office/officeart/2018/2/layout/IconVerticalSolidList"/>
    <dgm:cxn modelId="{8D8E531F-7EC4-4623-A283-A2C3B6293A3E}" type="presParOf" srcId="{292EBBCA-DA91-491A-9AB0-56242B1EC07B}" destId="{38E76784-01F5-49BA-8AC9-E3273AFC2AD7}" srcOrd="3" destOrd="0" presId="urn:microsoft.com/office/officeart/2018/2/layout/IconVerticalSolidList"/>
    <dgm:cxn modelId="{ECDCB7EB-768A-4705-8B5B-16CA89BC2BF4}" type="presParOf" srcId="{BB3A8E42-DD2A-46F2-AC9E-2AF9518F452A}" destId="{B44702F5-742F-44A8-91F5-92593A5BCE51}" srcOrd="3" destOrd="0" presId="urn:microsoft.com/office/officeart/2018/2/layout/IconVerticalSolidList"/>
    <dgm:cxn modelId="{F1F6C59A-DAFD-4725-837B-8120C8A89A00}" type="presParOf" srcId="{BB3A8E42-DD2A-46F2-AC9E-2AF9518F452A}" destId="{B725E2AA-0515-4A14-A05E-741EB3DE8705}" srcOrd="4" destOrd="0" presId="urn:microsoft.com/office/officeart/2018/2/layout/IconVerticalSolidList"/>
    <dgm:cxn modelId="{73797BB2-16DC-455C-8959-B537AB20668F}" type="presParOf" srcId="{B725E2AA-0515-4A14-A05E-741EB3DE8705}" destId="{A823206D-B5D8-4838-875B-C1B48BE7E259}" srcOrd="0" destOrd="0" presId="urn:microsoft.com/office/officeart/2018/2/layout/IconVerticalSolidList"/>
    <dgm:cxn modelId="{E31D3D8C-7060-40C1-A361-A54E52BAF395}" type="presParOf" srcId="{B725E2AA-0515-4A14-A05E-741EB3DE8705}" destId="{65684592-1D4F-4FDC-B334-FC24DB255B86}" srcOrd="1" destOrd="0" presId="urn:microsoft.com/office/officeart/2018/2/layout/IconVerticalSolidList"/>
    <dgm:cxn modelId="{3525ABEF-6AEC-44E9-A8D3-8AC2ED409732}" type="presParOf" srcId="{B725E2AA-0515-4A14-A05E-741EB3DE8705}" destId="{E26F50E0-6249-4DD6-92B0-C760158275F3}" srcOrd="2" destOrd="0" presId="urn:microsoft.com/office/officeart/2018/2/layout/IconVerticalSolidList"/>
    <dgm:cxn modelId="{DE89CCE8-DEE6-447A-A824-37B1A39DB39B}" type="presParOf" srcId="{B725E2AA-0515-4A14-A05E-741EB3DE8705}" destId="{5C75ABED-FB66-4EF2-8161-9E049E325EBA}" srcOrd="3" destOrd="0" presId="urn:microsoft.com/office/officeart/2018/2/layout/IconVerticalSolidList"/>
    <dgm:cxn modelId="{9DCAD2F1-9DE5-4499-A082-D30B732AFE53}" type="presParOf" srcId="{BB3A8E42-DD2A-46F2-AC9E-2AF9518F452A}" destId="{5EABD808-E3C8-4B9B-94E3-79DB6B1D9A70}" srcOrd="5" destOrd="0" presId="urn:microsoft.com/office/officeart/2018/2/layout/IconVerticalSolidList"/>
    <dgm:cxn modelId="{96CB8E74-AF4F-4F1E-B3EF-A7138DFCCC05}" type="presParOf" srcId="{BB3A8E42-DD2A-46F2-AC9E-2AF9518F452A}" destId="{216AE4DC-A918-4ACB-91A2-9DB5DBABD2EA}" srcOrd="6" destOrd="0" presId="urn:microsoft.com/office/officeart/2018/2/layout/IconVerticalSolidList"/>
    <dgm:cxn modelId="{11D41FBD-D202-4984-9F8B-2716EA7AE9A1}" type="presParOf" srcId="{216AE4DC-A918-4ACB-91A2-9DB5DBABD2EA}" destId="{7D4EBB10-737C-4DEE-93D6-4CC9F5BC1295}" srcOrd="0" destOrd="0" presId="urn:microsoft.com/office/officeart/2018/2/layout/IconVerticalSolidList"/>
    <dgm:cxn modelId="{AE64C7CD-8A3B-45E9-80C3-92ACEFADEF87}" type="presParOf" srcId="{216AE4DC-A918-4ACB-91A2-9DB5DBABD2EA}" destId="{94209732-9613-4774-B1DA-7FD4EB8DBAF9}" srcOrd="1" destOrd="0" presId="urn:microsoft.com/office/officeart/2018/2/layout/IconVerticalSolidList"/>
    <dgm:cxn modelId="{14D41CD1-FD06-47D1-BD76-02F951988BA8}" type="presParOf" srcId="{216AE4DC-A918-4ACB-91A2-9DB5DBABD2EA}" destId="{D713F56F-8F34-42B0-9014-1923CF12AF20}" srcOrd="2" destOrd="0" presId="urn:microsoft.com/office/officeart/2018/2/layout/IconVerticalSolidList"/>
    <dgm:cxn modelId="{B2E5124B-DB5D-4873-915D-AB1AF90A7FF3}" type="presParOf" srcId="{216AE4DC-A918-4ACB-91A2-9DB5DBABD2EA}" destId="{FE459EB4-7748-48A4-BCB5-5344DAE3059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5C9B3DC-7063-474D-BA9C-C0D3E009F218}" type="doc">
      <dgm:prSet loTypeId="urn:microsoft.com/office/officeart/2005/8/layout/hierarchy3" loCatId="hierarchy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IN"/>
        </a:p>
      </dgm:t>
    </dgm:pt>
    <dgm:pt modelId="{45CA747C-77C9-43FB-8A64-B548D777C10D}">
      <dgm:prSet/>
      <dgm:spPr/>
      <dgm:t>
        <a:bodyPr/>
        <a:lstStyle/>
        <a:p>
          <a:r>
            <a:rPr lang="en-US" dirty="0"/>
            <a:t>Inventory Dataset</a:t>
          </a:r>
          <a:endParaRPr lang="en-IN" dirty="0"/>
        </a:p>
      </dgm:t>
    </dgm:pt>
    <dgm:pt modelId="{25A25ADF-3750-41D7-AC67-2D2D6D75CD1F}" type="parTrans" cxnId="{8D196CBA-CE62-4B6C-9B83-497E6912E37D}">
      <dgm:prSet/>
      <dgm:spPr/>
      <dgm:t>
        <a:bodyPr/>
        <a:lstStyle/>
        <a:p>
          <a:endParaRPr lang="en-IN"/>
        </a:p>
      </dgm:t>
    </dgm:pt>
    <dgm:pt modelId="{D1EC2482-E33E-4C9F-89DA-7924D55FF90D}" type="sibTrans" cxnId="{8D196CBA-CE62-4B6C-9B83-497E6912E37D}">
      <dgm:prSet/>
      <dgm:spPr/>
      <dgm:t>
        <a:bodyPr/>
        <a:lstStyle/>
        <a:p>
          <a:endParaRPr lang="en-IN"/>
        </a:p>
      </dgm:t>
    </dgm:pt>
    <dgm:pt modelId="{A826FD3C-2E5E-4F4A-9114-3145A0802114}">
      <dgm:prSet/>
      <dgm:spPr/>
      <dgm:t>
        <a:bodyPr/>
        <a:lstStyle/>
        <a:p>
          <a:r>
            <a:rPr lang="en-US" dirty="0"/>
            <a:t>Pricing Dataset</a:t>
          </a:r>
          <a:endParaRPr lang="en-IN" dirty="0"/>
        </a:p>
      </dgm:t>
    </dgm:pt>
    <dgm:pt modelId="{8628365A-77A6-46E7-82F0-59FD7451D2D2}" type="parTrans" cxnId="{84E025C3-6B4D-4DBE-ADE7-E253598425A8}">
      <dgm:prSet/>
      <dgm:spPr/>
      <dgm:t>
        <a:bodyPr/>
        <a:lstStyle/>
        <a:p>
          <a:endParaRPr lang="en-IN"/>
        </a:p>
      </dgm:t>
    </dgm:pt>
    <dgm:pt modelId="{1549388A-C618-4DE4-B3B1-60FE0233E9B9}" type="sibTrans" cxnId="{84E025C3-6B4D-4DBE-ADE7-E253598425A8}">
      <dgm:prSet/>
      <dgm:spPr/>
      <dgm:t>
        <a:bodyPr/>
        <a:lstStyle/>
        <a:p>
          <a:endParaRPr lang="en-IN"/>
        </a:p>
      </dgm:t>
    </dgm:pt>
    <dgm:pt modelId="{4639B555-A6CC-40BA-82AF-3F44691F0DBB}">
      <dgm:prSet/>
      <dgm:spPr/>
      <dgm:t>
        <a:bodyPr/>
        <a:lstStyle/>
        <a:p>
          <a:r>
            <a:rPr lang="en-US" dirty="0"/>
            <a:t>Stock levels and reorder point data used to assess inventory risk</a:t>
          </a:r>
          <a:endParaRPr lang="en-IN" dirty="0"/>
        </a:p>
      </dgm:t>
    </dgm:pt>
    <dgm:pt modelId="{8E6CFD43-C72E-46FF-90BA-348FADB3F870}" type="parTrans" cxnId="{2BE9BA71-40E5-40CC-92C1-020B0A97CC71}">
      <dgm:prSet/>
      <dgm:spPr/>
      <dgm:t>
        <a:bodyPr/>
        <a:lstStyle/>
        <a:p>
          <a:endParaRPr lang="en-IN"/>
        </a:p>
      </dgm:t>
    </dgm:pt>
    <dgm:pt modelId="{EA1D9CE9-CB62-4E8A-B0CB-94CD5DC9F4FE}" type="sibTrans" cxnId="{2BE9BA71-40E5-40CC-92C1-020B0A97CC71}">
      <dgm:prSet/>
      <dgm:spPr/>
      <dgm:t>
        <a:bodyPr/>
        <a:lstStyle/>
        <a:p>
          <a:endParaRPr lang="en-IN"/>
        </a:p>
      </dgm:t>
    </dgm:pt>
    <dgm:pt modelId="{F8601631-BB35-46D3-8CFA-85E9ED400189}">
      <dgm:prSet/>
      <dgm:spPr/>
      <dgm:t>
        <a:bodyPr/>
        <a:lstStyle/>
        <a:p>
          <a:r>
            <a:rPr lang="en-US" dirty="0"/>
            <a:t>Product prices, competitor prices, and discount information used for demand analysis</a:t>
          </a:r>
          <a:endParaRPr lang="en-IN" dirty="0"/>
        </a:p>
      </dgm:t>
    </dgm:pt>
    <dgm:pt modelId="{5FF6D2DD-0145-4B1C-A213-F567BE3631F6}" type="parTrans" cxnId="{9C74BD4E-13DB-4C77-8855-375864B88C15}">
      <dgm:prSet/>
      <dgm:spPr/>
      <dgm:t>
        <a:bodyPr/>
        <a:lstStyle/>
        <a:p>
          <a:endParaRPr lang="en-IN"/>
        </a:p>
      </dgm:t>
    </dgm:pt>
    <dgm:pt modelId="{75983E38-EEB9-435A-BBDC-3F78F86E7EDD}" type="sibTrans" cxnId="{9C74BD4E-13DB-4C77-8855-375864B88C15}">
      <dgm:prSet/>
      <dgm:spPr/>
      <dgm:t>
        <a:bodyPr/>
        <a:lstStyle/>
        <a:p>
          <a:endParaRPr lang="en-IN"/>
        </a:p>
      </dgm:t>
    </dgm:pt>
    <dgm:pt modelId="{1D2CD5F8-B43E-40C3-B2F2-B62050A0B47B}">
      <dgm:prSet/>
      <dgm:spPr/>
      <dgm:t>
        <a:bodyPr/>
        <a:lstStyle/>
        <a:p>
          <a:r>
            <a:rPr lang="en-US" dirty="0"/>
            <a:t>Demand Dataset</a:t>
          </a:r>
          <a:endParaRPr lang="en-IN" dirty="0"/>
        </a:p>
      </dgm:t>
    </dgm:pt>
    <dgm:pt modelId="{F758B51E-AB8A-45B6-B001-914B6D44F01D}" type="sibTrans" cxnId="{35AEAA75-B300-40D5-B95E-F1322A6E357B}">
      <dgm:prSet/>
      <dgm:spPr/>
      <dgm:t>
        <a:bodyPr/>
        <a:lstStyle/>
        <a:p>
          <a:endParaRPr lang="en-IN"/>
        </a:p>
      </dgm:t>
    </dgm:pt>
    <dgm:pt modelId="{F991313A-6A0A-4762-BA95-36DBDD79991E}" type="parTrans" cxnId="{35AEAA75-B300-40D5-B95E-F1322A6E357B}">
      <dgm:prSet/>
      <dgm:spPr/>
      <dgm:t>
        <a:bodyPr/>
        <a:lstStyle/>
        <a:p>
          <a:endParaRPr lang="en-IN"/>
        </a:p>
      </dgm:t>
    </dgm:pt>
    <dgm:pt modelId="{098AAC06-CDB6-4726-AEB3-35C68AD101A9}">
      <dgm:prSet/>
      <dgm:spPr/>
      <dgm:t>
        <a:bodyPr/>
        <a:lstStyle/>
        <a:p>
          <a:r>
            <a:rPr lang="en-US" dirty="0"/>
            <a:t>Historical sales quantities, promotional indicators, and temporal information</a:t>
          </a:r>
          <a:endParaRPr lang="en-IN" dirty="0"/>
        </a:p>
      </dgm:t>
    </dgm:pt>
    <dgm:pt modelId="{10600E41-8E8A-4DC1-8D1D-2B5109157EA1}" type="sibTrans" cxnId="{0FBEBB78-4B75-4D1D-B9BE-10EA4347C18A}">
      <dgm:prSet/>
      <dgm:spPr/>
      <dgm:t>
        <a:bodyPr/>
        <a:lstStyle/>
        <a:p>
          <a:endParaRPr lang="en-IN"/>
        </a:p>
      </dgm:t>
    </dgm:pt>
    <dgm:pt modelId="{36AD4666-A7B6-4C76-AFFA-756E5BBDBC0A}" type="parTrans" cxnId="{0FBEBB78-4B75-4D1D-B9BE-10EA4347C18A}">
      <dgm:prSet/>
      <dgm:spPr/>
      <dgm:t>
        <a:bodyPr/>
        <a:lstStyle/>
        <a:p>
          <a:endParaRPr lang="en-IN"/>
        </a:p>
      </dgm:t>
    </dgm:pt>
    <dgm:pt modelId="{0166B326-AAB7-4014-A338-0B24BEFD4B24}" type="pres">
      <dgm:prSet presAssocID="{45C9B3DC-7063-474D-BA9C-C0D3E009F218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42AA215-7F8F-4C5D-B30C-63A745292FF8}" type="pres">
      <dgm:prSet presAssocID="{1D2CD5F8-B43E-40C3-B2F2-B62050A0B47B}" presName="root" presStyleCnt="0"/>
      <dgm:spPr/>
    </dgm:pt>
    <dgm:pt modelId="{0BBF3F8F-0D12-4CEE-943A-E873CEB5EA93}" type="pres">
      <dgm:prSet presAssocID="{1D2CD5F8-B43E-40C3-B2F2-B62050A0B47B}" presName="rootComposite" presStyleCnt="0"/>
      <dgm:spPr/>
    </dgm:pt>
    <dgm:pt modelId="{60EB6FE7-8121-4D41-970F-840A11FA178C}" type="pres">
      <dgm:prSet presAssocID="{1D2CD5F8-B43E-40C3-B2F2-B62050A0B47B}" presName="rootText" presStyleLbl="node1" presStyleIdx="0" presStyleCnt="3" custScaleX="65108" custScaleY="43244"/>
      <dgm:spPr/>
    </dgm:pt>
    <dgm:pt modelId="{9A61192E-D94B-44F3-BEE5-3E47DDFDD288}" type="pres">
      <dgm:prSet presAssocID="{1D2CD5F8-B43E-40C3-B2F2-B62050A0B47B}" presName="rootConnector" presStyleLbl="node1" presStyleIdx="0" presStyleCnt="3"/>
      <dgm:spPr/>
    </dgm:pt>
    <dgm:pt modelId="{687A3FC2-5A68-43BA-9AE2-7BAE99D806D5}" type="pres">
      <dgm:prSet presAssocID="{1D2CD5F8-B43E-40C3-B2F2-B62050A0B47B}" presName="childShape" presStyleCnt="0"/>
      <dgm:spPr/>
    </dgm:pt>
    <dgm:pt modelId="{7377EB0A-6F9E-4D89-AC0D-2495F13F0DF6}" type="pres">
      <dgm:prSet presAssocID="{36AD4666-A7B6-4C76-AFFA-756E5BBDBC0A}" presName="Name13" presStyleLbl="parChTrans1D2" presStyleIdx="0" presStyleCnt="3"/>
      <dgm:spPr/>
    </dgm:pt>
    <dgm:pt modelId="{4171B806-8359-47A0-BFAB-E21A7FBFC596}" type="pres">
      <dgm:prSet presAssocID="{098AAC06-CDB6-4726-AEB3-35C68AD101A9}" presName="childText" presStyleLbl="bgAcc1" presStyleIdx="0" presStyleCnt="3" custScaleX="123872" custScaleY="97377">
        <dgm:presLayoutVars>
          <dgm:bulletEnabled val="1"/>
        </dgm:presLayoutVars>
      </dgm:prSet>
      <dgm:spPr/>
    </dgm:pt>
    <dgm:pt modelId="{FA9251FD-949E-40CC-865D-96CA1E9F44C4}" type="pres">
      <dgm:prSet presAssocID="{45CA747C-77C9-43FB-8A64-B548D777C10D}" presName="root" presStyleCnt="0"/>
      <dgm:spPr/>
    </dgm:pt>
    <dgm:pt modelId="{BB876DEA-1D26-458B-946B-0BEDF023730D}" type="pres">
      <dgm:prSet presAssocID="{45CA747C-77C9-43FB-8A64-B548D777C10D}" presName="rootComposite" presStyleCnt="0"/>
      <dgm:spPr/>
    </dgm:pt>
    <dgm:pt modelId="{5B3FF412-FD44-4E5C-8602-260C31C08B31}" type="pres">
      <dgm:prSet presAssocID="{45CA747C-77C9-43FB-8A64-B548D777C10D}" presName="rootText" presStyleLbl="node1" presStyleIdx="1" presStyleCnt="3" custScaleX="71230" custScaleY="44888"/>
      <dgm:spPr/>
    </dgm:pt>
    <dgm:pt modelId="{CD494368-A569-4C79-A52A-0ECBE8343C0F}" type="pres">
      <dgm:prSet presAssocID="{45CA747C-77C9-43FB-8A64-B548D777C10D}" presName="rootConnector" presStyleLbl="node1" presStyleIdx="1" presStyleCnt="3"/>
      <dgm:spPr/>
    </dgm:pt>
    <dgm:pt modelId="{A0830E00-CF5B-4951-B5E8-34AC45C6540C}" type="pres">
      <dgm:prSet presAssocID="{45CA747C-77C9-43FB-8A64-B548D777C10D}" presName="childShape" presStyleCnt="0"/>
      <dgm:spPr/>
    </dgm:pt>
    <dgm:pt modelId="{C3C5DF38-805D-4235-838A-CAE103F2F97A}" type="pres">
      <dgm:prSet presAssocID="{8E6CFD43-C72E-46FF-90BA-348FADB3F870}" presName="Name13" presStyleLbl="parChTrans1D2" presStyleIdx="1" presStyleCnt="3"/>
      <dgm:spPr/>
    </dgm:pt>
    <dgm:pt modelId="{1140C0EB-5BEF-480C-B926-34B71DCCB4FB}" type="pres">
      <dgm:prSet presAssocID="{4639B555-A6CC-40BA-82AF-3F44691F0DBB}" presName="childText" presStyleLbl="bgAcc1" presStyleIdx="1" presStyleCnt="3" custScaleX="122014" custScaleY="100091">
        <dgm:presLayoutVars>
          <dgm:bulletEnabled val="1"/>
        </dgm:presLayoutVars>
      </dgm:prSet>
      <dgm:spPr/>
    </dgm:pt>
    <dgm:pt modelId="{10724A27-BC5F-4ABE-8656-169ADDCBC820}" type="pres">
      <dgm:prSet presAssocID="{A826FD3C-2E5E-4F4A-9114-3145A0802114}" presName="root" presStyleCnt="0"/>
      <dgm:spPr/>
    </dgm:pt>
    <dgm:pt modelId="{DD165FFE-A3AD-4A3E-8166-10D550A81F2B}" type="pres">
      <dgm:prSet presAssocID="{A826FD3C-2E5E-4F4A-9114-3145A0802114}" presName="rootComposite" presStyleCnt="0"/>
      <dgm:spPr/>
    </dgm:pt>
    <dgm:pt modelId="{E3600CDB-5C24-4884-9A13-8F88AC860540}" type="pres">
      <dgm:prSet presAssocID="{A826FD3C-2E5E-4F4A-9114-3145A0802114}" presName="rootText" presStyleLbl="node1" presStyleIdx="2" presStyleCnt="3" custScaleX="65949" custScaleY="49324"/>
      <dgm:spPr/>
    </dgm:pt>
    <dgm:pt modelId="{CBAD8635-9981-4404-BA56-191EF7A5A066}" type="pres">
      <dgm:prSet presAssocID="{A826FD3C-2E5E-4F4A-9114-3145A0802114}" presName="rootConnector" presStyleLbl="node1" presStyleIdx="2" presStyleCnt="3"/>
      <dgm:spPr/>
    </dgm:pt>
    <dgm:pt modelId="{DD960106-BC52-42A9-833F-66DD09C478F7}" type="pres">
      <dgm:prSet presAssocID="{A826FD3C-2E5E-4F4A-9114-3145A0802114}" presName="childShape" presStyleCnt="0"/>
      <dgm:spPr/>
    </dgm:pt>
    <dgm:pt modelId="{5D37E215-20D1-42FC-B452-DF548D25EFEC}" type="pres">
      <dgm:prSet presAssocID="{5FF6D2DD-0145-4B1C-A213-F567BE3631F6}" presName="Name13" presStyleLbl="parChTrans1D2" presStyleIdx="2" presStyleCnt="3"/>
      <dgm:spPr/>
    </dgm:pt>
    <dgm:pt modelId="{ECDDAA84-FCB3-432E-8689-2687B3D6ABA6}" type="pres">
      <dgm:prSet presAssocID="{F8601631-BB35-46D3-8CFA-85E9ED400189}" presName="childText" presStyleLbl="bgAcc1" presStyleIdx="2" presStyleCnt="3" custScaleX="122603" custScaleY="106698">
        <dgm:presLayoutVars>
          <dgm:bulletEnabled val="1"/>
        </dgm:presLayoutVars>
      </dgm:prSet>
      <dgm:spPr/>
    </dgm:pt>
  </dgm:ptLst>
  <dgm:cxnLst>
    <dgm:cxn modelId="{357A530F-58D0-4107-8A23-3AD51B0844C0}" type="presOf" srcId="{8E6CFD43-C72E-46FF-90BA-348FADB3F870}" destId="{C3C5DF38-805D-4235-838A-CAE103F2F97A}" srcOrd="0" destOrd="0" presId="urn:microsoft.com/office/officeart/2005/8/layout/hierarchy3"/>
    <dgm:cxn modelId="{D81D343D-DA7A-4B27-B186-419229F39B5F}" type="presOf" srcId="{A826FD3C-2E5E-4F4A-9114-3145A0802114}" destId="{E3600CDB-5C24-4884-9A13-8F88AC860540}" srcOrd="0" destOrd="0" presId="urn:microsoft.com/office/officeart/2005/8/layout/hierarchy3"/>
    <dgm:cxn modelId="{3E3ED13F-A9DA-4038-9985-7A6911986926}" type="presOf" srcId="{1D2CD5F8-B43E-40C3-B2F2-B62050A0B47B}" destId="{9A61192E-D94B-44F3-BEE5-3E47DDFDD288}" srcOrd="1" destOrd="0" presId="urn:microsoft.com/office/officeart/2005/8/layout/hierarchy3"/>
    <dgm:cxn modelId="{7174395C-28B8-4143-9BF1-5C20C43300D8}" type="presOf" srcId="{A826FD3C-2E5E-4F4A-9114-3145A0802114}" destId="{CBAD8635-9981-4404-BA56-191EF7A5A066}" srcOrd="1" destOrd="0" presId="urn:microsoft.com/office/officeart/2005/8/layout/hierarchy3"/>
    <dgm:cxn modelId="{9C74BD4E-13DB-4C77-8855-375864B88C15}" srcId="{A826FD3C-2E5E-4F4A-9114-3145A0802114}" destId="{F8601631-BB35-46D3-8CFA-85E9ED400189}" srcOrd="0" destOrd="0" parTransId="{5FF6D2DD-0145-4B1C-A213-F567BE3631F6}" sibTransId="{75983E38-EEB9-435A-BBDC-3F78F86E7EDD}"/>
    <dgm:cxn modelId="{2BE9BA71-40E5-40CC-92C1-020B0A97CC71}" srcId="{45CA747C-77C9-43FB-8A64-B548D777C10D}" destId="{4639B555-A6CC-40BA-82AF-3F44691F0DBB}" srcOrd="0" destOrd="0" parTransId="{8E6CFD43-C72E-46FF-90BA-348FADB3F870}" sibTransId="{EA1D9CE9-CB62-4E8A-B0CB-94CD5DC9F4FE}"/>
    <dgm:cxn modelId="{35AEAA75-B300-40D5-B95E-F1322A6E357B}" srcId="{45C9B3DC-7063-474D-BA9C-C0D3E009F218}" destId="{1D2CD5F8-B43E-40C3-B2F2-B62050A0B47B}" srcOrd="0" destOrd="0" parTransId="{F991313A-6A0A-4762-BA95-36DBDD79991E}" sibTransId="{F758B51E-AB8A-45B6-B001-914B6D44F01D}"/>
    <dgm:cxn modelId="{0FBEBB78-4B75-4D1D-B9BE-10EA4347C18A}" srcId="{1D2CD5F8-B43E-40C3-B2F2-B62050A0B47B}" destId="{098AAC06-CDB6-4726-AEB3-35C68AD101A9}" srcOrd="0" destOrd="0" parTransId="{36AD4666-A7B6-4C76-AFFA-756E5BBDBC0A}" sibTransId="{10600E41-8E8A-4DC1-8D1D-2B5109157EA1}"/>
    <dgm:cxn modelId="{F144DF82-E78B-4079-A012-8B9482197D47}" type="presOf" srcId="{45CA747C-77C9-43FB-8A64-B548D777C10D}" destId="{CD494368-A569-4C79-A52A-0ECBE8343C0F}" srcOrd="1" destOrd="0" presId="urn:microsoft.com/office/officeart/2005/8/layout/hierarchy3"/>
    <dgm:cxn modelId="{B6E6CB9C-262B-4F93-A0A7-F7310628EA3E}" type="presOf" srcId="{F8601631-BB35-46D3-8CFA-85E9ED400189}" destId="{ECDDAA84-FCB3-432E-8689-2687B3D6ABA6}" srcOrd="0" destOrd="0" presId="urn:microsoft.com/office/officeart/2005/8/layout/hierarchy3"/>
    <dgm:cxn modelId="{8D196CBA-CE62-4B6C-9B83-497E6912E37D}" srcId="{45C9B3DC-7063-474D-BA9C-C0D3E009F218}" destId="{45CA747C-77C9-43FB-8A64-B548D777C10D}" srcOrd="1" destOrd="0" parTransId="{25A25ADF-3750-41D7-AC67-2D2D6D75CD1F}" sibTransId="{D1EC2482-E33E-4C9F-89DA-7924D55FF90D}"/>
    <dgm:cxn modelId="{84E025C3-6B4D-4DBE-ADE7-E253598425A8}" srcId="{45C9B3DC-7063-474D-BA9C-C0D3E009F218}" destId="{A826FD3C-2E5E-4F4A-9114-3145A0802114}" srcOrd="2" destOrd="0" parTransId="{8628365A-77A6-46E7-82F0-59FD7451D2D2}" sibTransId="{1549388A-C618-4DE4-B3B1-60FE0233E9B9}"/>
    <dgm:cxn modelId="{2DE38AC4-BDFA-4C0A-97D2-CD4ED03E2304}" type="presOf" srcId="{1D2CD5F8-B43E-40C3-B2F2-B62050A0B47B}" destId="{60EB6FE7-8121-4D41-970F-840A11FA178C}" srcOrd="0" destOrd="0" presId="urn:microsoft.com/office/officeart/2005/8/layout/hierarchy3"/>
    <dgm:cxn modelId="{5438E6C4-68B9-4A38-8117-C0E931C37F82}" type="presOf" srcId="{5FF6D2DD-0145-4B1C-A213-F567BE3631F6}" destId="{5D37E215-20D1-42FC-B452-DF548D25EFEC}" srcOrd="0" destOrd="0" presId="urn:microsoft.com/office/officeart/2005/8/layout/hierarchy3"/>
    <dgm:cxn modelId="{8DF97BD2-30D5-4610-9EF1-1531334CC378}" type="presOf" srcId="{45CA747C-77C9-43FB-8A64-B548D777C10D}" destId="{5B3FF412-FD44-4E5C-8602-260C31C08B31}" srcOrd="0" destOrd="0" presId="urn:microsoft.com/office/officeart/2005/8/layout/hierarchy3"/>
    <dgm:cxn modelId="{94CE8FDE-0541-48C3-99AB-A8CAC5F27BCF}" type="presOf" srcId="{36AD4666-A7B6-4C76-AFFA-756E5BBDBC0A}" destId="{7377EB0A-6F9E-4D89-AC0D-2495F13F0DF6}" srcOrd="0" destOrd="0" presId="urn:microsoft.com/office/officeart/2005/8/layout/hierarchy3"/>
    <dgm:cxn modelId="{0B169FEA-1611-495B-AE8D-95E03C723416}" type="presOf" srcId="{098AAC06-CDB6-4726-AEB3-35C68AD101A9}" destId="{4171B806-8359-47A0-BFAB-E21A7FBFC596}" srcOrd="0" destOrd="0" presId="urn:microsoft.com/office/officeart/2005/8/layout/hierarchy3"/>
    <dgm:cxn modelId="{EFC23BFA-AA8B-4C54-A319-BA401914EE5C}" type="presOf" srcId="{4639B555-A6CC-40BA-82AF-3F44691F0DBB}" destId="{1140C0EB-5BEF-480C-B926-34B71DCCB4FB}" srcOrd="0" destOrd="0" presId="urn:microsoft.com/office/officeart/2005/8/layout/hierarchy3"/>
    <dgm:cxn modelId="{5C8D96FF-C39F-40C6-81B7-AF6752C59F48}" type="presOf" srcId="{45C9B3DC-7063-474D-BA9C-C0D3E009F218}" destId="{0166B326-AAB7-4014-A338-0B24BEFD4B24}" srcOrd="0" destOrd="0" presId="urn:microsoft.com/office/officeart/2005/8/layout/hierarchy3"/>
    <dgm:cxn modelId="{167AE1BA-6DE3-477F-B0D9-A29AE1FA24BF}" type="presParOf" srcId="{0166B326-AAB7-4014-A338-0B24BEFD4B24}" destId="{242AA215-7F8F-4C5D-B30C-63A745292FF8}" srcOrd="0" destOrd="0" presId="urn:microsoft.com/office/officeart/2005/8/layout/hierarchy3"/>
    <dgm:cxn modelId="{4B678F0F-6489-4F97-B6DE-29DD5E2CE5D2}" type="presParOf" srcId="{242AA215-7F8F-4C5D-B30C-63A745292FF8}" destId="{0BBF3F8F-0D12-4CEE-943A-E873CEB5EA93}" srcOrd="0" destOrd="0" presId="urn:microsoft.com/office/officeart/2005/8/layout/hierarchy3"/>
    <dgm:cxn modelId="{C8F9AFB0-C26C-47F9-ADC2-F1C80CDDEE5C}" type="presParOf" srcId="{0BBF3F8F-0D12-4CEE-943A-E873CEB5EA93}" destId="{60EB6FE7-8121-4D41-970F-840A11FA178C}" srcOrd="0" destOrd="0" presId="urn:microsoft.com/office/officeart/2005/8/layout/hierarchy3"/>
    <dgm:cxn modelId="{5875693D-9206-4678-8F00-03B965E2CC23}" type="presParOf" srcId="{0BBF3F8F-0D12-4CEE-943A-E873CEB5EA93}" destId="{9A61192E-D94B-44F3-BEE5-3E47DDFDD288}" srcOrd="1" destOrd="0" presId="urn:microsoft.com/office/officeart/2005/8/layout/hierarchy3"/>
    <dgm:cxn modelId="{BF02F2C5-1009-415F-93D7-74592C5A9095}" type="presParOf" srcId="{242AA215-7F8F-4C5D-B30C-63A745292FF8}" destId="{687A3FC2-5A68-43BA-9AE2-7BAE99D806D5}" srcOrd="1" destOrd="0" presId="urn:microsoft.com/office/officeart/2005/8/layout/hierarchy3"/>
    <dgm:cxn modelId="{062FAC09-5EBF-4DA5-8DAD-505741F895C3}" type="presParOf" srcId="{687A3FC2-5A68-43BA-9AE2-7BAE99D806D5}" destId="{7377EB0A-6F9E-4D89-AC0D-2495F13F0DF6}" srcOrd="0" destOrd="0" presId="urn:microsoft.com/office/officeart/2005/8/layout/hierarchy3"/>
    <dgm:cxn modelId="{6FF24472-83AE-48C6-BD98-767F100AAD58}" type="presParOf" srcId="{687A3FC2-5A68-43BA-9AE2-7BAE99D806D5}" destId="{4171B806-8359-47A0-BFAB-E21A7FBFC596}" srcOrd="1" destOrd="0" presId="urn:microsoft.com/office/officeart/2005/8/layout/hierarchy3"/>
    <dgm:cxn modelId="{882B8079-73CB-4C01-AD9F-7B29653AEB37}" type="presParOf" srcId="{0166B326-AAB7-4014-A338-0B24BEFD4B24}" destId="{FA9251FD-949E-40CC-865D-96CA1E9F44C4}" srcOrd="1" destOrd="0" presId="urn:microsoft.com/office/officeart/2005/8/layout/hierarchy3"/>
    <dgm:cxn modelId="{4F6B308A-81D6-4979-8AA0-6B6992411C71}" type="presParOf" srcId="{FA9251FD-949E-40CC-865D-96CA1E9F44C4}" destId="{BB876DEA-1D26-458B-946B-0BEDF023730D}" srcOrd="0" destOrd="0" presId="urn:microsoft.com/office/officeart/2005/8/layout/hierarchy3"/>
    <dgm:cxn modelId="{7043422D-25C5-4962-ADD3-C8ADCF7D5878}" type="presParOf" srcId="{BB876DEA-1D26-458B-946B-0BEDF023730D}" destId="{5B3FF412-FD44-4E5C-8602-260C31C08B31}" srcOrd="0" destOrd="0" presId="urn:microsoft.com/office/officeart/2005/8/layout/hierarchy3"/>
    <dgm:cxn modelId="{DE7E2FB6-4B9C-49AF-AC05-B9487369E67C}" type="presParOf" srcId="{BB876DEA-1D26-458B-946B-0BEDF023730D}" destId="{CD494368-A569-4C79-A52A-0ECBE8343C0F}" srcOrd="1" destOrd="0" presId="urn:microsoft.com/office/officeart/2005/8/layout/hierarchy3"/>
    <dgm:cxn modelId="{A1BB206E-CC72-40B9-9C10-9B7822C5FF14}" type="presParOf" srcId="{FA9251FD-949E-40CC-865D-96CA1E9F44C4}" destId="{A0830E00-CF5B-4951-B5E8-34AC45C6540C}" srcOrd="1" destOrd="0" presId="urn:microsoft.com/office/officeart/2005/8/layout/hierarchy3"/>
    <dgm:cxn modelId="{CB0CAFA7-02A3-4FAB-935F-BB5F7763EE77}" type="presParOf" srcId="{A0830E00-CF5B-4951-B5E8-34AC45C6540C}" destId="{C3C5DF38-805D-4235-838A-CAE103F2F97A}" srcOrd="0" destOrd="0" presId="urn:microsoft.com/office/officeart/2005/8/layout/hierarchy3"/>
    <dgm:cxn modelId="{61DF81DD-B63C-4552-A61A-E483FE199CF8}" type="presParOf" srcId="{A0830E00-CF5B-4951-B5E8-34AC45C6540C}" destId="{1140C0EB-5BEF-480C-B926-34B71DCCB4FB}" srcOrd="1" destOrd="0" presId="urn:microsoft.com/office/officeart/2005/8/layout/hierarchy3"/>
    <dgm:cxn modelId="{EFF2E54F-673E-4900-8013-6FB6EF9AC658}" type="presParOf" srcId="{0166B326-AAB7-4014-A338-0B24BEFD4B24}" destId="{10724A27-BC5F-4ABE-8656-169ADDCBC820}" srcOrd="2" destOrd="0" presId="urn:microsoft.com/office/officeart/2005/8/layout/hierarchy3"/>
    <dgm:cxn modelId="{0EE3F951-8F58-4306-B4D1-0C70152EC912}" type="presParOf" srcId="{10724A27-BC5F-4ABE-8656-169ADDCBC820}" destId="{DD165FFE-A3AD-4A3E-8166-10D550A81F2B}" srcOrd="0" destOrd="0" presId="urn:microsoft.com/office/officeart/2005/8/layout/hierarchy3"/>
    <dgm:cxn modelId="{768E39BE-9298-4097-97B1-F103DA676897}" type="presParOf" srcId="{DD165FFE-A3AD-4A3E-8166-10D550A81F2B}" destId="{E3600CDB-5C24-4884-9A13-8F88AC860540}" srcOrd="0" destOrd="0" presId="urn:microsoft.com/office/officeart/2005/8/layout/hierarchy3"/>
    <dgm:cxn modelId="{ADE6D62C-1F68-48C5-B686-32BF0C2FDF8B}" type="presParOf" srcId="{DD165FFE-A3AD-4A3E-8166-10D550A81F2B}" destId="{CBAD8635-9981-4404-BA56-191EF7A5A066}" srcOrd="1" destOrd="0" presId="urn:microsoft.com/office/officeart/2005/8/layout/hierarchy3"/>
    <dgm:cxn modelId="{6C448A9E-1AA9-4E2C-AB26-BC6DC4F936FA}" type="presParOf" srcId="{10724A27-BC5F-4ABE-8656-169ADDCBC820}" destId="{DD960106-BC52-42A9-833F-66DD09C478F7}" srcOrd="1" destOrd="0" presId="urn:microsoft.com/office/officeart/2005/8/layout/hierarchy3"/>
    <dgm:cxn modelId="{26C94153-D759-4841-914C-0FC0ABB0E970}" type="presParOf" srcId="{DD960106-BC52-42A9-833F-66DD09C478F7}" destId="{5D37E215-20D1-42FC-B452-DF548D25EFEC}" srcOrd="0" destOrd="0" presId="urn:microsoft.com/office/officeart/2005/8/layout/hierarchy3"/>
    <dgm:cxn modelId="{8FE7E6B6-1DF2-45A3-827A-210347E2F87B}" type="presParOf" srcId="{DD960106-BC52-42A9-833F-66DD09C478F7}" destId="{ECDDAA84-FCB3-432E-8689-2687B3D6ABA6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43BD70E-1B2E-4DAB-A896-9D3D36F8BE67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4B81A58-AFB9-4B94-86C8-B6AA816CA61D}">
      <dgm:prSet/>
      <dgm:spPr/>
      <dgm:t>
        <a:bodyPr/>
        <a:lstStyle/>
        <a:p>
          <a:r>
            <a:rPr lang="en-US" dirty="0"/>
            <a:t>Data Cleaning &amp; Integration</a:t>
          </a:r>
        </a:p>
      </dgm:t>
    </dgm:pt>
    <dgm:pt modelId="{D09FECD3-BFEB-4207-B025-40302FA59744}" type="parTrans" cxnId="{E818A3FE-70FC-4A57-B3C9-AE5862BCBD91}">
      <dgm:prSet/>
      <dgm:spPr/>
      <dgm:t>
        <a:bodyPr/>
        <a:lstStyle/>
        <a:p>
          <a:endParaRPr lang="en-US"/>
        </a:p>
      </dgm:t>
    </dgm:pt>
    <dgm:pt modelId="{6CB3A0D1-EEDE-4A6C-86D6-3C5B373D87DA}" type="sibTrans" cxnId="{E818A3FE-70FC-4A57-B3C9-AE5862BCBD91}">
      <dgm:prSet/>
      <dgm:spPr/>
      <dgm:t>
        <a:bodyPr/>
        <a:lstStyle/>
        <a:p>
          <a:endParaRPr lang="en-US"/>
        </a:p>
      </dgm:t>
    </dgm:pt>
    <dgm:pt modelId="{24042CDC-37EE-45DB-8F82-C5A01E59FF95}">
      <dgm:prSet/>
      <dgm:spPr/>
      <dgm:t>
        <a:bodyPr/>
        <a:lstStyle/>
        <a:p>
          <a:endParaRPr lang="en-US" dirty="0"/>
        </a:p>
      </dgm:t>
    </dgm:pt>
    <dgm:pt modelId="{4D25A940-9756-4BBC-92E7-744890CCF4E4}" type="parTrans" cxnId="{DB1A2DF7-7698-40F7-93BE-1C6967231B2B}">
      <dgm:prSet/>
      <dgm:spPr/>
      <dgm:t>
        <a:bodyPr/>
        <a:lstStyle/>
        <a:p>
          <a:endParaRPr lang="en-US"/>
        </a:p>
      </dgm:t>
    </dgm:pt>
    <dgm:pt modelId="{4A3F5A17-28F1-4C47-B508-D7CB8426C1AD}" type="sibTrans" cxnId="{DB1A2DF7-7698-40F7-93BE-1C6967231B2B}">
      <dgm:prSet/>
      <dgm:spPr/>
      <dgm:t>
        <a:bodyPr/>
        <a:lstStyle/>
        <a:p>
          <a:endParaRPr lang="en-US"/>
        </a:p>
      </dgm:t>
    </dgm:pt>
    <dgm:pt modelId="{9FB0264A-F707-454F-88AE-5D045396A763}">
      <dgm:prSet/>
      <dgm:spPr/>
      <dgm:t>
        <a:bodyPr/>
        <a:lstStyle/>
        <a:p>
          <a:r>
            <a:rPr lang="en-US" dirty="0"/>
            <a:t>Merged demand, inventory, and pricing datasets by Product ID and Store ID</a:t>
          </a:r>
        </a:p>
      </dgm:t>
    </dgm:pt>
    <dgm:pt modelId="{51BEBCCD-57DA-41B7-8677-25BAA2FE7081}" type="parTrans" cxnId="{4117E727-3F53-48D5-B9FC-5F1E5DEC3E17}">
      <dgm:prSet/>
      <dgm:spPr/>
      <dgm:t>
        <a:bodyPr/>
        <a:lstStyle/>
        <a:p>
          <a:endParaRPr lang="en-US"/>
        </a:p>
      </dgm:t>
    </dgm:pt>
    <dgm:pt modelId="{3C502BD6-BCF4-4EF8-AC1A-246D9AD3C20B}" type="sibTrans" cxnId="{4117E727-3F53-48D5-B9FC-5F1E5DEC3E17}">
      <dgm:prSet/>
      <dgm:spPr/>
      <dgm:t>
        <a:bodyPr/>
        <a:lstStyle/>
        <a:p>
          <a:endParaRPr lang="en-US"/>
        </a:p>
      </dgm:t>
    </dgm:pt>
    <dgm:pt modelId="{DBD8B6C8-B5B8-4705-AAE2-6183CFF6C68D}">
      <dgm:prSet/>
      <dgm:spPr/>
      <dgm:t>
        <a:bodyPr/>
        <a:lstStyle/>
        <a:p>
          <a:r>
            <a:rPr lang="en-US" dirty="0"/>
            <a:t>Feature Engineering</a:t>
          </a:r>
        </a:p>
      </dgm:t>
    </dgm:pt>
    <dgm:pt modelId="{DDFD92B0-A37F-438D-9BFE-9C44A68BA369}" type="parTrans" cxnId="{9455A81A-B082-4B52-8719-D74738607A8F}">
      <dgm:prSet/>
      <dgm:spPr/>
      <dgm:t>
        <a:bodyPr/>
        <a:lstStyle/>
        <a:p>
          <a:endParaRPr lang="en-US"/>
        </a:p>
      </dgm:t>
    </dgm:pt>
    <dgm:pt modelId="{F56E7CE1-ECCF-4C60-B470-CDA4500BF578}" type="sibTrans" cxnId="{9455A81A-B082-4B52-8719-D74738607A8F}">
      <dgm:prSet/>
      <dgm:spPr/>
      <dgm:t>
        <a:bodyPr/>
        <a:lstStyle/>
        <a:p>
          <a:endParaRPr lang="en-US"/>
        </a:p>
      </dgm:t>
    </dgm:pt>
    <dgm:pt modelId="{8AE71C48-669D-4421-ACBA-DEF36937CA40}">
      <dgm:prSet/>
      <dgm:spPr/>
      <dgm:t>
        <a:bodyPr/>
        <a:lstStyle/>
        <a:p>
          <a:endParaRPr lang="en-US" dirty="0"/>
        </a:p>
      </dgm:t>
    </dgm:pt>
    <dgm:pt modelId="{982EBA7A-46E3-41D0-8C80-0E1818B72318}" type="parTrans" cxnId="{275B2B28-6D84-475A-AB43-E616655EB96E}">
      <dgm:prSet/>
      <dgm:spPr/>
      <dgm:t>
        <a:bodyPr/>
        <a:lstStyle/>
        <a:p>
          <a:endParaRPr lang="en-US"/>
        </a:p>
      </dgm:t>
    </dgm:pt>
    <dgm:pt modelId="{139295BA-B992-4C9E-92AC-A4B278EDF095}" type="sibTrans" cxnId="{275B2B28-6D84-475A-AB43-E616655EB96E}">
      <dgm:prSet/>
      <dgm:spPr/>
      <dgm:t>
        <a:bodyPr/>
        <a:lstStyle/>
        <a:p>
          <a:endParaRPr lang="en-US"/>
        </a:p>
      </dgm:t>
    </dgm:pt>
    <dgm:pt modelId="{D22D2998-0EFB-46A4-B71E-5AB91142336C}">
      <dgm:prSet/>
      <dgm:spPr/>
      <dgm:t>
        <a:bodyPr/>
        <a:lstStyle/>
        <a:p>
          <a:r>
            <a:rPr lang="en-US" dirty="0"/>
            <a:t>Created time-based features: Month, Weekday</a:t>
          </a:r>
        </a:p>
      </dgm:t>
    </dgm:pt>
    <dgm:pt modelId="{B5A55448-4906-4AC2-A269-2027A5B2B53D}" type="parTrans" cxnId="{8DA3C798-CAEE-498C-8457-C098B4DC9A06}">
      <dgm:prSet/>
      <dgm:spPr/>
      <dgm:t>
        <a:bodyPr/>
        <a:lstStyle/>
        <a:p>
          <a:endParaRPr lang="en-US"/>
        </a:p>
      </dgm:t>
    </dgm:pt>
    <dgm:pt modelId="{FAB8A404-B6BF-4E0A-8C87-3EE7F5854941}" type="sibTrans" cxnId="{8DA3C798-CAEE-498C-8457-C098B4DC9A06}">
      <dgm:prSet/>
      <dgm:spPr/>
      <dgm:t>
        <a:bodyPr/>
        <a:lstStyle/>
        <a:p>
          <a:endParaRPr lang="en-US"/>
        </a:p>
      </dgm:t>
    </dgm:pt>
    <dgm:pt modelId="{25CA9367-BDD9-4D20-9A62-6959FC68408A}">
      <dgm:prSet/>
      <dgm:spPr/>
      <dgm:t>
        <a:bodyPr/>
        <a:lstStyle/>
        <a:p>
          <a:r>
            <a:rPr lang="en-US"/>
            <a:t>Added binary indicator for promotions</a:t>
          </a:r>
        </a:p>
      </dgm:t>
    </dgm:pt>
    <dgm:pt modelId="{5415C9E6-02E3-42C1-829A-46E892638F7B}" type="parTrans" cxnId="{C283F646-BF0F-4073-9C27-3AF430C477CB}">
      <dgm:prSet/>
      <dgm:spPr/>
      <dgm:t>
        <a:bodyPr/>
        <a:lstStyle/>
        <a:p>
          <a:endParaRPr lang="en-US"/>
        </a:p>
      </dgm:t>
    </dgm:pt>
    <dgm:pt modelId="{0AC4E4F5-107A-4AA3-BC62-B5AC1747F225}" type="sibTrans" cxnId="{C283F646-BF0F-4073-9C27-3AF430C477CB}">
      <dgm:prSet/>
      <dgm:spPr/>
      <dgm:t>
        <a:bodyPr/>
        <a:lstStyle/>
        <a:p>
          <a:endParaRPr lang="en-US"/>
        </a:p>
      </dgm:t>
    </dgm:pt>
    <dgm:pt modelId="{9DC74330-508D-4F94-AFA2-6AF59A32F45C}">
      <dgm:prSet/>
      <dgm:spPr/>
      <dgm:t>
        <a:bodyPr/>
        <a:lstStyle/>
        <a:p>
          <a:r>
            <a:rPr lang="en-US"/>
            <a:t>Generated lagged sales feature to capture recent trends</a:t>
          </a:r>
        </a:p>
      </dgm:t>
    </dgm:pt>
    <dgm:pt modelId="{6926A005-EAA1-41C0-A51A-06494E707610}" type="parTrans" cxnId="{4E75AD1E-4EE3-41CD-86AD-85452FDB57E1}">
      <dgm:prSet/>
      <dgm:spPr/>
      <dgm:t>
        <a:bodyPr/>
        <a:lstStyle/>
        <a:p>
          <a:endParaRPr lang="en-US"/>
        </a:p>
      </dgm:t>
    </dgm:pt>
    <dgm:pt modelId="{DAA479B4-A582-4ED6-8C49-CC455F53DB91}" type="sibTrans" cxnId="{4E75AD1E-4EE3-41CD-86AD-85452FDB57E1}">
      <dgm:prSet/>
      <dgm:spPr/>
      <dgm:t>
        <a:bodyPr/>
        <a:lstStyle/>
        <a:p>
          <a:endParaRPr lang="en-US"/>
        </a:p>
      </dgm:t>
    </dgm:pt>
    <dgm:pt modelId="{3D4A02D6-A72C-4D5A-AAF2-5F47117F1F77}">
      <dgm:prSet/>
      <dgm:spPr/>
      <dgm:t>
        <a:bodyPr/>
        <a:lstStyle/>
        <a:p>
          <a:r>
            <a:rPr lang="en-US" dirty="0"/>
            <a:t>Exploratory Data Analysis (EDA)</a:t>
          </a:r>
        </a:p>
      </dgm:t>
    </dgm:pt>
    <dgm:pt modelId="{B1B26D35-32FE-41AD-B988-5BEF14D7D213}" type="parTrans" cxnId="{697EC545-22CB-4F8D-BD19-BD4D4256F93F}">
      <dgm:prSet/>
      <dgm:spPr/>
      <dgm:t>
        <a:bodyPr/>
        <a:lstStyle/>
        <a:p>
          <a:endParaRPr lang="en-US"/>
        </a:p>
      </dgm:t>
    </dgm:pt>
    <dgm:pt modelId="{14072805-AD4C-44C2-8114-4F13135E0876}" type="sibTrans" cxnId="{697EC545-22CB-4F8D-BD19-BD4D4256F93F}">
      <dgm:prSet/>
      <dgm:spPr/>
      <dgm:t>
        <a:bodyPr/>
        <a:lstStyle/>
        <a:p>
          <a:endParaRPr lang="en-US"/>
        </a:p>
      </dgm:t>
    </dgm:pt>
    <dgm:pt modelId="{FEE643CC-57C0-4EE5-83E4-10967A0B3B8D}">
      <dgm:prSet/>
      <dgm:spPr/>
      <dgm:t>
        <a:bodyPr/>
        <a:lstStyle/>
        <a:p>
          <a:endParaRPr lang="en-US" dirty="0"/>
        </a:p>
      </dgm:t>
    </dgm:pt>
    <dgm:pt modelId="{487B113E-9E2B-4F66-AFD9-D1DDECAC9763}" type="parTrans" cxnId="{CE0BF080-EEE2-47B3-A27A-9EBCFF6359E7}">
      <dgm:prSet/>
      <dgm:spPr/>
      <dgm:t>
        <a:bodyPr/>
        <a:lstStyle/>
        <a:p>
          <a:endParaRPr lang="en-US"/>
        </a:p>
      </dgm:t>
    </dgm:pt>
    <dgm:pt modelId="{D1314FD4-BC00-45AA-8BDA-0B1A1766589C}" type="sibTrans" cxnId="{CE0BF080-EEE2-47B3-A27A-9EBCFF6359E7}">
      <dgm:prSet/>
      <dgm:spPr/>
      <dgm:t>
        <a:bodyPr/>
        <a:lstStyle/>
        <a:p>
          <a:endParaRPr lang="en-US"/>
        </a:p>
      </dgm:t>
    </dgm:pt>
    <dgm:pt modelId="{D668F9C9-0ABD-44E0-A71D-DAD0D96085F7}">
      <dgm:prSet/>
      <dgm:spPr/>
      <dgm:t>
        <a:bodyPr/>
        <a:lstStyle/>
        <a:p>
          <a:r>
            <a:rPr lang="en-US"/>
            <a:t>Analyzed sales trends over time</a:t>
          </a:r>
        </a:p>
      </dgm:t>
    </dgm:pt>
    <dgm:pt modelId="{E1924D2B-359B-4459-894B-9EEBB4F6A282}" type="parTrans" cxnId="{A02CF8DE-556B-4D52-B80B-C0DC4CD16E61}">
      <dgm:prSet/>
      <dgm:spPr/>
      <dgm:t>
        <a:bodyPr/>
        <a:lstStyle/>
        <a:p>
          <a:endParaRPr lang="en-US"/>
        </a:p>
      </dgm:t>
    </dgm:pt>
    <dgm:pt modelId="{06A49E08-261F-48B8-A30D-B1F883ADEA1A}" type="sibTrans" cxnId="{A02CF8DE-556B-4D52-B80B-C0DC4CD16E61}">
      <dgm:prSet/>
      <dgm:spPr/>
      <dgm:t>
        <a:bodyPr/>
        <a:lstStyle/>
        <a:p>
          <a:endParaRPr lang="en-US"/>
        </a:p>
      </dgm:t>
    </dgm:pt>
    <dgm:pt modelId="{AE9B8F8E-2F4A-4D59-9C76-324535B6EC0F}">
      <dgm:prSet/>
      <dgm:spPr/>
      <dgm:t>
        <a:bodyPr/>
        <a:lstStyle/>
        <a:p>
          <a:r>
            <a:rPr lang="en-US"/>
            <a:t>Examined inventory distribution across stores and products</a:t>
          </a:r>
        </a:p>
      </dgm:t>
    </dgm:pt>
    <dgm:pt modelId="{0BEB5853-2C03-4A58-9D05-FAD95ADA3697}" type="parTrans" cxnId="{6712F3AF-7B2E-4177-B453-AEED3A51A400}">
      <dgm:prSet/>
      <dgm:spPr/>
      <dgm:t>
        <a:bodyPr/>
        <a:lstStyle/>
        <a:p>
          <a:endParaRPr lang="en-US"/>
        </a:p>
      </dgm:t>
    </dgm:pt>
    <dgm:pt modelId="{A25F333C-DDEE-4B6F-8BB2-16F80519E450}" type="sibTrans" cxnId="{6712F3AF-7B2E-4177-B453-AEED3A51A400}">
      <dgm:prSet/>
      <dgm:spPr/>
      <dgm:t>
        <a:bodyPr/>
        <a:lstStyle/>
        <a:p>
          <a:endParaRPr lang="en-US"/>
        </a:p>
      </dgm:t>
    </dgm:pt>
    <dgm:pt modelId="{110D8322-B198-4AEE-A958-17657177E44C}">
      <dgm:prSet/>
      <dgm:spPr/>
      <dgm:t>
        <a:bodyPr/>
        <a:lstStyle/>
        <a:p>
          <a:r>
            <a:rPr lang="en-US"/>
            <a:t>Explored price vs. sales relationships and promotional impacts</a:t>
          </a:r>
        </a:p>
      </dgm:t>
    </dgm:pt>
    <dgm:pt modelId="{930BE0E1-B1BB-4BF1-9850-606392E051E8}" type="parTrans" cxnId="{B0B9ADF6-4C9C-4ACF-B1EF-4596364B0C6E}">
      <dgm:prSet/>
      <dgm:spPr/>
      <dgm:t>
        <a:bodyPr/>
        <a:lstStyle/>
        <a:p>
          <a:endParaRPr lang="en-US"/>
        </a:p>
      </dgm:t>
    </dgm:pt>
    <dgm:pt modelId="{54AC074E-F914-499E-A46B-9372D31F4C40}" type="sibTrans" cxnId="{B0B9ADF6-4C9C-4ACF-B1EF-4596364B0C6E}">
      <dgm:prSet/>
      <dgm:spPr/>
      <dgm:t>
        <a:bodyPr/>
        <a:lstStyle/>
        <a:p>
          <a:endParaRPr lang="en-US"/>
        </a:p>
      </dgm:t>
    </dgm:pt>
    <dgm:pt modelId="{A95F9E61-5D08-4BF0-BF20-A201CF76934A}">
      <dgm:prSet/>
      <dgm:spPr/>
      <dgm:t>
        <a:bodyPr/>
        <a:lstStyle/>
        <a:p>
          <a:r>
            <a:rPr lang="en-US"/>
            <a:t>Correlation analysis to identify key drivers of demand</a:t>
          </a:r>
        </a:p>
      </dgm:t>
    </dgm:pt>
    <dgm:pt modelId="{958E6A75-38DB-40BA-8300-7F7A7A2CEB6C}" type="parTrans" cxnId="{CA15B954-E771-4F80-AB89-80996DB3F9A3}">
      <dgm:prSet/>
      <dgm:spPr/>
      <dgm:t>
        <a:bodyPr/>
        <a:lstStyle/>
        <a:p>
          <a:endParaRPr lang="en-US"/>
        </a:p>
      </dgm:t>
    </dgm:pt>
    <dgm:pt modelId="{7CCA1CFE-60AB-48C8-B723-D9D0EB680BD4}" type="sibTrans" cxnId="{CA15B954-E771-4F80-AB89-80996DB3F9A3}">
      <dgm:prSet/>
      <dgm:spPr/>
      <dgm:t>
        <a:bodyPr/>
        <a:lstStyle/>
        <a:p>
          <a:endParaRPr lang="en-US"/>
        </a:p>
      </dgm:t>
    </dgm:pt>
    <dgm:pt modelId="{55E162A4-B666-4F7D-895A-D26898479FB5}">
      <dgm:prSet/>
      <dgm:spPr/>
      <dgm:t>
        <a:bodyPr/>
        <a:lstStyle/>
        <a:p>
          <a:r>
            <a:rPr lang="en-US" dirty="0"/>
            <a:t>Predictive Modeling</a:t>
          </a:r>
        </a:p>
      </dgm:t>
    </dgm:pt>
    <dgm:pt modelId="{48D97394-B3E3-4B70-AA71-2588BD7C22BE}" type="parTrans" cxnId="{625E4649-78A7-4B64-80C7-BC2E65D8B170}">
      <dgm:prSet/>
      <dgm:spPr/>
      <dgm:t>
        <a:bodyPr/>
        <a:lstStyle/>
        <a:p>
          <a:endParaRPr lang="en-US"/>
        </a:p>
      </dgm:t>
    </dgm:pt>
    <dgm:pt modelId="{6A9BB895-158D-47F6-880B-8E8115EF25DA}" type="sibTrans" cxnId="{625E4649-78A7-4B64-80C7-BC2E65D8B170}">
      <dgm:prSet/>
      <dgm:spPr/>
      <dgm:t>
        <a:bodyPr/>
        <a:lstStyle/>
        <a:p>
          <a:endParaRPr lang="en-US"/>
        </a:p>
      </dgm:t>
    </dgm:pt>
    <dgm:pt modelId="{6925386D-B23B-4572-9F19-D8B548374188}">
      <dgm:prSet/>
      <dgm:spPr/>
      <dgm:t>
        <a:bodyPr/>
        <a:lstStyle/>
        <a:p>
          <a:endParaRPr lang="en-US" dirty="0"/>
        </a:p>
      </dgm:t>
    </dgm:pt>
    <dgm:pt modelId="{6B227F17-A9BC-4BEC-8DB8-DDF10A21B5F9}" type="parTrans" cxnId="{D3CC517A-2DF9-481A-B047-75A3C4D329AC}">
      <dgm:prSet/>
      <dgm:spPr/>
      <dgm:t>
        <a:bodyPr/>
        <a:lstStyle/>
        <a:p>
          <a:endParaRPr lang="en-US"/>
        </a:p>
      </dgm:t>
    </dgm:pt>
    <dgm:pt modelId="{3D974A5C-A5DC-41F1-A831-4E116745D5F6}" type="sibTrans" cxnId="{D3CC517A-2DF9-481A-B047-75A3C4D329AC}">
      <dgm:prSet/>
      <dgm:spPr/>
      <dgm:t>
        <a:bodyPr/>
        <a:lstStyle/>
        <a:p>
          <a:endParaRPr lang="en-US"/>
        </a:p>
      </dgm:t>
    </dgm:pt>
    <dgm:pt modelId="{451CC579-975A-4DE8-8BBE-47C30198A555}">
      <dgm:prSet/>
      <dgm:spPr/>
      <dgm:t>
        <a:bodyPr/>
        <a:lstStyle/>
        <a:p>
          <a:r>
            <a:rPr lang="en-US" dirty="0"/>
            <a:t>Random Forest Regression to forecast sales</a:t>
          </a:r>
        </a:p>
      </dgm:t>
    </dgm:pt>
    <dgm:pt modelId="{EBB9A6CC-FE6C-4360-82DD-713B757C9C3C}" type="parTrans" cxnId="{141092CE-0493-4246-AC00-9415F4F82B1F}">
      <dgm:prSet/>
      <dgm:spPr/>
      <dgm:t>
        <a:bodyPr/>
        <a:lstStyle/>
        <a:p>
          <a:endParaRPr lang="en-US"/>
        </a:p>
      </dgm:t>
    </dgm:pt>
    <dgm:pt modelId="{F505AD08-E88C-4C66-9B4E-DD2A07A3DA07}" type="sibTrans" cxnId="{141092CE-0493-4246-AC00-9415F4F82B1F}">
      <dgm:prSet/>
      <dgm:spPr/>
      <dgm:t>
        <a:bodyPr/>
        <a:lstStyle/>
        <a:p>
          <a:endParaRPr lang="en-US"/>
        </a:p>
      </dgm:t>
    </dgm:pt>
    <dgm:pt modelId="{3E5AB01A-B6AC-4169-B378-CAA1D7821D09}">
      <dgm:prSet/>
      <dgm:spPr/>
      <dgm:t>
        <a:bodyPr/>
        <a:lstStyle/>
        <a:p>
          <a:r>
            <a:rPr lang="en-US"/>
            <a:t>Input features: time, promotions, inventory, pricing, lagged sales</a:t>
          </a:r>
        </a:p>
      </dgm:t>
    </dgm:pt>
    <dgm:pt modelId="{9513C9EC-88EF-4C5A-B295-43DE1094D803}" type="parTrans" cxnId="{9DBF1C01-6B9E-4F84-830F-39A8EB1ED5C2}">
      <dgm:prSet/>
      <dgm:spPr/>
      <dgm:t>
        <a:bodyPr/>
        <a:lstStyle/>
        <a:p>
          <a:endParaRPr lang="en-US"/>
        </a:p>
      </dgm:t>
    </dgm:pt>
    <dgm:pt modelId="{EEE717D2-E148-4FBC-A43F-B6BE7E1EFDBB}" type="sibTrans" cxnId="{9DBF1C01-6B9E-4F84-830F-39A8EB1ED5C2}">
      <dgm:prSet/>
      <dgm:spPr/>
      <dgm:t>
        <a:bodyPr/>
        <a:lstStyle/>
        <a:p>
          <a:endParaRPr lang="en-US"/>
        </a:p>
      </dgm:t>
    </dgm:pt>
    <dgm:pt modelId="{73A68E19-BBE1-4BA5-951D-8FB31B731756}">
      <dgm:prSet/>
      <dgm:spPr/>
      <dgm:t>
        <a:bodyPr/>
        <a:lstStyle/>
        <a:p>
          <a:r>
            <a:rPr lang="en-US" dirty="0"/>
            <a:t>Chronological train-test split to preserve temporal patterns</a:t>
          </a:r>
        </a:p>
      </dgm:t>
    </dgm:pt>
    <dgm:pt modelId="{8BB435BF-FDF4-4AC2-8949-6A5FC0055323}" type="parTrans" cxnId="{FBCF5555-4958-4299-8C73-51DF185C61AE}">
      <dgm:prSet/>
      <dgm:spPr/>
      <dgm:t>
        <a:bodyPr/>
        <a:lstStyle/>
        <a:p>
          <a:endParaRPr lang="en-US"/>
        </a:p>
      </dgm:t>
    </dgm:pt>
    <dgm:pt modelId="{6E1563D1-449C-4F77-85E5-6699D97DAF43}" type="sibTrans" cxnId="{FBCF5555-4958-4299-8C73-51DF185C61AE}">
      <dgm:prSet/>
      <dgm:spPr/>
      <dgm:t>
        <a:bodyPr/>
        <a:lstStyle/>
        <a:p>
          <a:endParaRPr lang="en-US"/>
        </a:p>
      </dgm:t>
    </dgm:pt>
    <dgm:pt modelId="{F41E513A-4156-4922-81F7-CA0900342B28}">
      <dgm:prSet/>
      <dgm:spPr/>
      <dgm:t>
        <a:bodyPr/>
        <a:lstStyle/>
        <a:p>
          <a:r>
            <a:rPr lang="en-US" dirty="0"/>
            <a:t>Evaluation &amp; Insights</a:t>
          </a:r>
        </a:p>
      </dgm:t>
    </dgm:pt>
    <dgm:pt modelId="{5E3598B0-9DB1-48EA-9F6C-019647AB0DE9}" type="parTrans" cxnId="{CB9FE695-B163-4D32-BD7F-614EDF6DB5F4}">
      <dgm:prSet/>
      <dgm:spPr/>
      <dgm:t>
        <a:bodyPr/>
        <a:lstStyle/>
        <a:p>
          <a:endParaRPr lang="en-US"/>
        </a:p>
      </dgm:t>
    </dgm:pt>
    <dgm:pt modelId="{BDD0E75D-B207-4BE6-83FF-2AE3E7C6E5D4}" type="sibTrans" cxnId="{CB9FE695-B163-4D32-BD7F-614EDF6DB5F4}">
      <dgm:prSet/>
      <dgm:spPr/>
      <dgm:t>
        <a:bodyPr/>
        <a:lstStyle/>
        <a:p>
          <a:endParaRPr lang="en-US"/>
        </a:p>
      </dgm:t>
    </dgm:pt>
    <dgm:pt modelId="{33832D65-24B9-4292-BC30-25BB8040F34B}">
      <dgm:prSet/>
      <dgm:spPr/>
      <dgm:t>
        <a:bodyPr/>
        <a:lstStyle/>
        <a:p>
          <a:endParaRPr lang="en-US" dirty="0"/>
        </a:p>
      </dgm:t>
    </dgm:pt>
    <dgm:pt modelId="{EBC1FA28-91BD-45B9-A374-76BFC21451C5}" type="parTrans" cxnId="{9A318C67-37E3-47C2-9CC3-44A5B51BC858}">
      <dgm:prSet/>
      <dgm:spPr/>
      <dgm:t>
        <a:bodyPr/>
        <a:lstStyle/>
        <a:p>
          <a:endParaRPr lang="en-US"/>
        </a:p>
      </dgm:t>
    </dgm:pt>
    <dgm:pt modelId="{9266D55A-3A2F-4D2C-8294-C8681CD55CFF}" type="sibTrans" cxnId="{9A318C67-37E3-47C2-9CC3-44A5B51BC858}">
      <dgm:prSet/>
      <dgm:spPr/>
      <dgm:t>
        <a:bodyPr/>
        <a:lstStyle/>
        <a:p>
          <a:endParaRPr lang="en-US"/>
        </a:p>
      </dgm:t>
    </dgm:pt>
    <dgm:pt modelId="{3750F92C-1B5B-4637-90E6-294E11880531}">
      <dgm:prSet/>
      <dgm:spPr/>
      <dgm:t>
        <a:bodyPr/>
        <a:lstStyle/>
        <a:p>
          <a:r>
            <a:rPr lang="en-US" dirty="0"/>
            <a:t>Model assessed using MAE, RMSE, R², and MAPE</a:t>
          </a:r>
        </a:p>
      </dgm:t>
    </dgm:pt>
    <dgm:pt modelId="{DB840920-0920-48A2-8700-97799426DC6F}" type="parTrans" cxnId="{5620156B-7E51-4962-877A-71268673E4C4}">
      <dgm:prSet/>
      <dgm:spPr/>
      <dgm:t>
        <a:bodyPr/>
        <a:lstStyle/>
        <a:p>
          <a:endParaRPr lang="en-US"/>
        </a:p>
      </dgm:t>
    </dgm:pt>
    <dgm:pt modelId="{2C1C31E2-9A2F-49B0-A700-1579A3D11DCD}" type="sibTrans" cxnId="{5620156B-7E51-4962-877A-71268673E4C4}">
      <dgm:prSet/>
      <dgm:spPr/>
      <dgm:t>
        <a:bodyPr/>
        <a:lstStyle/>
        <a:p>
          <a:endParaRPr lang="en-US"/>
        </a:p>
      </dgm:t>
    </dgm:pt>
    <dgm:pt modelId="{2E41BE31-7A88-4274-B175-1BF08DF3E9F5}">
      <dgm:prSet/>
      <dgm:spPr/>
      <dgm:t>
        <a:bodyPr/>
        <a:lstStyle/>
        <a:p>
          <a:r>
            <a:rPr lang="en-US"/>
            <a:t>Feature importance analyzed to identify key demand drivers</a:t>
          </a:r>
        </a:p>
      </dgm:t>
    </dgm:pt>
    <dgm:pt modelId="{21B749C4-844E-4EA4-9CAA-E0F7B24BC0D1}" type="parTrans" cxnId="{BA549904-62C7-4D61-9CC0-8C81A59FBE0B}">
      <dgm:prSet/>
      <dgm:spPr/>
      <dgm:t>
        <a:bodyPr/>
        <a:lstStyle/>
        <a:p>
          <a:endParaRPr lang="en-US"/>
        </a:p>
      </dgm:t>
    </dgm:pt>
    <dgm:pt modelId="{484E415F-418A-4C57-9DD8-FEBC415DEAF3}" type="sibTrans" cxnId="{BA549904-62C7-4D61-9CC0-8C81A59FBE0B}">
      <dgm:prSet/>
      <dgm:spPr/>
      <dgm:t>
        <a:bodyPr/>
        <a:lstStyle/>
        <a:p>
          <a:endParaRPr lang="en-US"/>
        </a:p>
      </dgm:t>
    </dgm:pt>
    <dgm:pt modelId="{B75BC96B-28B4-4C0C-8DA1-50E7670A57A0}">
      <dgm:prSet/>
      <dgm:spPr/>
      <dgm:t>
        <a:bodyPr/>
        <a:lstStyle/>
        <a:p>
          <a:r>
            <a:rPr lang="en-US" dirty="0"/>
            <a:t>Inventory risk and stock status classified for operational insights</a:t>
          </a:r>
        </a:p>
      </dgm:t>
    </dgm:pt>
    <dgm:pt modelId="{81757B17-7727-4F25-BFF3-1A40D6AC5F32}" type="parTrans" cxnId="{CC71F844-604F-4F72-B438-404E04EFFCF5}">
      <dgm:prSet/>
      <dgm:spPr/>
      <dgm:t>
        <a:bodyPr/>
        <a:lstStyle/>
        <a:p>
          <a:endParaRPr lang="en-US"/>
        </a:p>
      </dgm:t>
    </dgm:pt>
    <dgm:pt modelId="{32234716-B4A3-4A73-A76C-F0CA26F39B3E}" type="sibTrans" cxnId="{CC71F844-604F-4F72-B438-404E04EFFCF5}">
      <dgm:prSet/>
      <dgm:spPr/>
      <dgm:t>
        <a:bodyPr/>
        <a:lstStyle/>
        <a:p>
          <a:endParaRPr lang="en-US"/>
        </a:p>
      </dgm:t>
    </dgm:pt>
    <dgm:pt modelId="{9FE0E7D5-334E-4C42-BDD0-E45FD0FBA9CF}">
      <dgm:prSet/>
      <dgm:spPr/>
      <dgm:t>
        <a:bodyPr/>
        <a:lstStyle/>
        <a:p>
          <a:r>
            <a:rPr lang="en-US" dirty="0"/>
            <a:t>Removed duplicates, standardized numeric columns, handled missing values</a:t>
          </a:r>
        </a:p>
      </dgm:t>
    </dgm:pt>
    <dgm:pt modelId="{653CCD6B-2BAC-49E7-B162-AC92655A1722}" type="parTrans" cxnId="{98829892-087A-4871-8158-28129113906E}">
      <dgm:prSet/>
      <dgm:spPr/>
      <dgm:t>
        <a:bodyPr/>
        <a:lstStyle/>
        <a:p>
          <a:endParaRPr lang="en-US"/>
        </a:p>
      </dgm:t>
    </dgm:pt>
    <dgm:pt modelId="{8A9DCDE7-C9C0-49E0-98AE-9C80EE96B7CC}" type="sibTrans" cxnId="{98829892-087A-4871-8158-28129113906E}">
      <dgm:prSet/>
      <dgm:spPr/>
      <dgm:t>
        <a:bodyPr/>
        <a:lstStyle/>
        <a:p>
          <a:endParaRPr lang="en-US"/>
        </a:p>
      </dgm:t>
    </dgm:pt>
    <dgm:pt modelId="{8B76B36D-D018-4410-8AD4-9D9069CD4249}" type="pres">
      <dgm:prSet presAssocID="{443BD70E-1B2E-4DAB-A896-9D3D36F8BE67}" presName="Name0" presStyleCnt="0">
        <dgm:presLayoutVars>
          <dgm:dir/>
          <dgm:animLvl val="lvl"/>
          <dgm:resizeHandles val="exact"/>
        </dgm:presLayoutVars>
      </dgm:prSet>
      <dgm:spPr/>
    </dgm:pt>
    <dgm:pt modelId="{A1FBBE9B-EA9E-41F1-88D3-6D7AFD71CC8A}" type="pres">
      <dgm:prSet presAssocID="{74B81A58-AFB9-4B94-86C8-B6AA816CA61D}" presName="composite" presStyleCnt="0"/>
      <dgm:spPr/>
    </dgm:pt>
    <dgm:pt modelId="{E32589BF-5AC9-4E6E-B814-7021226E18E8}" type="pres">
      <dgm:prSet presAssocID="{74B81A58-AFB9-4B94-86C8-B6AA816CA61D}" presName="parTx" presStyleLbl="alignNode1" presStyleIdx="0" presStyleCnt="5">
        <dgm:presLayoutVars>
          <dgm:chMax val="0"/>
          <dgm:chPref val="0"/>
        </dgm:presLayoutVars>
      </dgm:prSet>
      <dgm:spPr/>
    </dgm:pt>
    <dgm:pt modelId="{9F768B7E-B4AB-4E1A-BE42-368E5DDE86C5}" type="pres">
      <dgm:prSet presAssocID="{74B81A58-AFB9-4B94-86C8-B6AA816CA61D}" presName="desTx" presStyleLbl="alignAccFollowNode1" presStyleIdx="0" presStyleCnt="5">
        <dgm:presLayoutVars/>
      </dgm:prSet>
      <dgm:spPr/>
    </dgm:pt>
    <dgm:pt modelId="{A7B43439-E634-4ABA-858B-0C0CB079BD2F}" type="pres">
      <dgm:prSet presAssocID="{6CB3A0D1-EEDE-4A6C-86D6-3C5B373D87DA}" presName="space" presStyleCnt="0"/>
      <dgm:spPr/>
    </dgm:pt>
    <dgm:pt modelId="{97EF8B7C-879D-48F4-A2EE-C25CCFB903F1}" type="pres">
      <dgm:prSet presAssocID="{DBD8B6C8-B5B8-4705-AAE2-6183CFF6C68D}" presName="composite" presStyleCnt="0"/>
      <dgm:spPr/>
    </dgm:pt>
    <dgm:pt modelId="{0DBFB1F2-0FA1-44E7-B1D6-BE362EF2B075}" type="pres">
      <dgm:prSet presAssocID="{DBD8B6C8-B5B8-4705-AAE2-6183CFF6C68D}" presName="parTx" presStyleLbl="alignNode1" presStyleIdx="1" presStyleCnt="5">
        <dgm:presLayoutVars>
          <dgm:chMax val="0"/>
          <dgm:chPref val="0"/>
        </dgm:presLayoutVars>
      </dgm:prSet>
      <dgm:spPr/>
    </dgm:pt>
    <dgm:pt modelId="{1AFBFCF0-2C81-4E19-A180-9700941E57D1}" type="pres">
      <dgm:prSet presAssocID="{DBD8B6C8-B5B8-4705-AAE2-6183CFF6C68D}" presName="desTx" presStyleLbl="alignAccFollowNode1" presStyleIdx="1" presStyleCnt="5">
        <dgm:presLayoutVars/>
      </dgm:prSet>
      <dgm:spPr/>
    </dgm:pt>
    <dgm:pt modelId="{9473D020-CA91-463E-8BB5-A8A445796ED5}" type="pres">
      <dgm:prSet presAssocID="{F56E7CE1-ECCF-4C60-B470-CDA4500BF578}" presName="space" presStyleCnt="0"/>
      <dgm:spPr/>
    </dgm:pt>
    <dgm:pt modelId="{44045596-F7CD-475C-84BF-0C21E4211F01}" type="pres">
      <dgm:prSet presAssocID="{3D4A02D6-A72C-4D5A-AAF2-5F47117F1F77}" presName="composite" presStyleCnt="0"/>
      <dgm:spPr/>
    </dgm:pt>
    <dgm:pt modelId="{9EC47C9D-68DC-4288-87F9-C6A7194A291C}" type="pres">
      <dgm:prSet presAssocID="{3D4A02D6-A72C-4D5A-AAF2-5F47117F1F77}" presName="parTx" presStyleLbl="alignNode1" presStyleIdx="2" presStyleCnt="5">
        <dgm:presLayoutVars>
          <dgm:chMax val="0"/>
          <dgm:chPref val="0"/>
        </dgm:presLayoutVars>
      </dgm:prSet>
      <dgm:spPr/>
    </dgm:pt>
    <dgm:pt modelId="{23B2DB02-6206-4DB4-8157-D2F8C09B6EAE}" type="pres">
      <dgm:prSet presAssocID="{3D4A02D6-A72C-4D5A-AAF2-5F47117F1F77}" presName="desTx" presStyleLbl="alignAccFollowNode1" presStyleIdx="2" presStyleCnt="5">
        <dgm:presLayoutVars/>
      </dgm:prSet>
      <dgm:spPr/>
    </dgm:pt>
    <dgm:pt modelId="{5E4EAC61-DF1D-4070-98BD-D3D5D49218DC}" type="pres">
      <dgm:prSet presAssocID="{14072805-AD4C-44C2-8114-4F13135E0876}" presName="space" presStyleCnt="0"/>
      <dgm:spPr/>
    </dgm:pt>
    <dgm:pt modelId="{0CAA0B94-B850-4777-B1CD-06E4812B0486}" type="pres">
      <dgm:prSet presAssocID="{55E162A4-B666-4F7D-895A-D26898479FB5}" presName="composite" presStyleCnt="0"/>
      <dgm:spPr/>
    </dgm:pt>
    <dgm:pt modelId="{9C32F466-0BB6-46C1-929B-EC0373BB695D}" type="pres">
      <dgm:prSet presAssocID="{55E162A4-B666-4F7D-895A-D26898479FB5}" presName="parTx" presStyleLbl="alignNode1" presStyleIdx="3" presStyleCnt="5">
        <dgm:presLayoutVars>
          <dgm:chMax val="0"/>
          <dgm:chPref val="0"/>
        </dgm:presLayoutVars>
      </dgm:prSet>
      <dgm:spPr/>
    </dgm:pt>
    <dgm:pt modelId="{B4500644-7442-45DB-A3CD-B0F9D49DABA1}" type="pres">
      <dgm:prSet presAssocID="{55E162A4-B666-4F7D-895A-D26898479FB5}" presName="desTx" presStyleLbl="alignAccFollowNode1" presStyleIdx="3" presStyleCnt="5">
        <dgm:presLayoutVars/>
      </dgm:prSet>
      <dgm:spPr/>
    </dgm:pt>
    <dgm:pt modelId="{1A5CC92F-3D8E-4390-AD4F-46665F39A107}" type="pres">
      <dgm:prSet presAssocID="{6A9BB895-158D-47F6-880B-8E8115EF25DA}" presName="space" presStyleCnt="0"/>
      <dgm:spPr/>
    </dgm:pt>
    <dgm:pt modelId="{A8718C70-EA90-49DB-A1B6-F8347C19B376}" type="pres">
      <dgm:prSet presAssocID="{F41E513A-4156-4922-81F7-CA0900342B28}" presName="composite" presStyleCnt="0"/>
      <dgm:spPr/>
    </dgm:pt>
    <dgm:pt modelId="{7E50B3E6-F020-48A9-B33A-80979880C2AA}" type="pres">
      <dgm:prSet presAssocID="{F41E513A-4156-4922-81F7-CA0900342B28}" presName="parTx" presStyleLbl="alignNode1" presStyleIdx="4" presStyleCnt="5">
        <dgm:presLayoutVars>
          <dgm:chMax val="0"/>
          <dgm:chPref val="0"/>
        </dgm:presLayoutVars>
      </dgm:prSet>
      <dgm:spPr/>
    </dgm:pt>
    <dgm:pt modelId="{820E41B9-6DCA-4F62-8C36-87350B861B2E}" type="pres">
      <dgm:prSet presAssocID="{F41E513A-4156-4922-81F7-CA0900342B28}" presName="desTx" presStyleLbl="alignAccFollowNode1" presStyleIdx="4" presStyleCnt="5">
        <dgm:presLayoutVars/>
      </dgm:prSet>
      <dgm:spPr/>
    </dgm:pt>
  </dgm:ptLst>
  <dgm:cxnLst>
    <dgm:cxn modelId="{9DBF1C01-6B9E-4F84-830F-39A8EB1ED5C2}" srcId="{6925386D-B23B-4572-9F19-D8B548374188}" destId="{3E5AB01A-B6AC-4169-B378-CAA1D7821D09}" srcOrd="1" destOrd="0" parTransId="{9513C9EC-88EF-4C5A-B295-43DE1094D803}" sibTransId="{EEE717D2-E148-4FBC-A43F-B6BE7E1EFDBB}"/>
    <dgm:cxn modelId="{BA549904-62C7-4D61-9CC0-8C81A59FBE0B}" srcId="{33832D65-24B9-4292-BC30-25BB8040F34B}" destId="{2E41BE31-7A88-4274-B175-1BF08DF3E9F5}" srcOrd="1" destOrd="0" parTransId="{21B749C4-844E-4EA4-9CAA-E0F7B24BC0D1}" sibTransId="{484E415F-418A-4C57-9DD8-FEBC415DEAF3}"/>
    <dgm:cxn modelId="{FA791F0C-50FF-4F55-AC51-B7FB4ED6B4A2}" type="presOf" srcId="{B75BC96B-28B4-4C0C-8DA1-50E7670A57A0}" destId="{820E41B9-6DCA-4F62-8C36-87350B861B2E}" srcOrd="0" destOrd="3" presId="urn:microsoft.com/office/officeart/2016/7/layout/ChevronBlockProcess"/>
    <dgm:cxn modelId="{6B9A9C17-8336-4C80-946A-EAB25DFB6C50}" type="presOf" srcId="{D22D2998-0EFB-46A4-B71E-5AB91142336C}" destId="{1AFBFCF0-2C81-4E19-A180-9700941E57D1}" srcOrd="0" destOrd="1" presId="urn:microsoft.com/office/officeart/2016/7/layout/ChevronBlockProcess"/>
    <dgm:cxn modelId="{90C6C719-5164-4BFD-AF74-13D4A9B2F109}" type="presOf" srcId="{3750F92C-1B5B-4637-90E6-294E11880531}" destId="{820E41B9-6DCA-4F62-8C36-87350B861B2E}" srcOrd="0" destOrd="1" presId="urn:microsoft.com/office/officeart/2016/7/layout/ChevronBlockProcess"/>
    <dgm:cxn modelId="{9455A81A-B082-4B52-8719-D74738607A8F}" srcId="{443BD70E-1B2E-4DAB-A896-9D3D36F8BE67}" destId="{DBD8B6C8-B5B8-4705-AAE2-6183CFF6C68D}" srcOrd="1" destOrd="0" parTransId="{DDFD92B0-A37F-438D-9BFE-9C44A68BA369}" sibTransId="{F56E7CE1-ECCF-4C60-B470-CDA4500BF578}"/>
    <dgm:cxn modelId="{4E75AD1E-4EE3-41CD-86AD-85452FDB57E1}" srcId="{8AE71C48-669D-4421-ACBA-DEF36937CA40}" destId="{9DC74330-508D-4F94-AFA2-6AF59A32F45C}" srcOrd="2" destOrd="0" parTransId="{6926A005-EAA1-41C0-A51A-06494E707610}" sibTransId="{DAA479B4-A582-4ED6-8C49-CC455F53DB91}"/>
    <dgm:cxn modelId="{8E5F8424-F58B-479C-A879-2322CE05451D}" type="presOf" srcId="{8AE71C48-669D-4421-ACBA-DEF36937CA40}" destId="{1AFBFCF0-2C81-4E19-A180-9700941E57D1}" srcOrd="0" destOrd="0" presId="urn:microsoft.com/office/officeart/2016/7/layout/ChevronBlockProcess"/>
    <dgm:cxn modelId="{4117E727-3F53-48D5-B9FC-5F1E5DEC3E17}" srcId="{24042CDC-37EE-45DB-8F82-C5A01E59FF95}" destId="{9FB0264A-F707-454F-88AE-5D045396A763}" srcOrd="1" destOrd="0" parTransId="{51BEBCCD-57DA-41B7-8677-25BAA2FE7081}" sibTransId="{3C502BD6-BCF4-4EF8-AC1A-246D9AD3C20B}"/>
    <dgm:cxn modelId="{275B2B28-6D84-475A-AB43-E616655EB96E}" srcId="{DBD8B6C8-B5B8-4705-AAE2-6183CFF6C68D}" destId="{8AE71C48-669D-4421-ACBA-DEF36937CA40}" srcOrd="0" destOrd="0" parTransId="{982EBA7A-46E3-41D0-8C80-0E1818B72318}" sibTransId="{139295BA-B992-4C9E-92AC-A4B278EDF095}"/>
    <dgm:cxn modelId="{A568AE35-D4FD-4D95-B0F7-D78DAC40AE2F}" type="presOf" srcId="{3D4A02D6-A72C-4D5A-AAF2-5F47117F1F77}" destId="{9EC47C9D-68DC-4288-87F9-C6A7194A291C}" srcOrd="0" destOrd="0" presId="urn:microsoft.com/office/officeart/2016/7/layout/ChevronBlockProcess"/>
    <dgm:cxn modelId="{4A81AF37-8183-4B19-AE1B-0F4BBCC8878C}" type="presOf" srcId="{110D8322-B198-4AEE-A958-17657177E44C}" destId="{23B2DB02-6206-4DB4-8157-D2F8C09B6EAE}" srcOrd="0" destOrd="3" presId="urn:microsoft.com/office/officeart/2016/7/layout/ChevronBlockProcess"/>
    <dgm:cxn modelId="{59AB8D38-20A7-428A-A618-CDE88CE5967E}" type="presOf" srcId="{451CC579-975A-4DE8-8BBE-47C30198A555}" destId="{B4500644-7442-45DB-A3CD-B0F9D49DABA1}" srcOrd="0" destOrd="1" presId="urn:microsoft.com/office/officeart/2016/7/layout/ChevronBlockProcess"/>
    <dgm:cxn modelId="{273A9B3D-6EF6-4FB9-B922-52839AB1134B}" type="presOf" srcId="{AE9B8F8E-2F4A-4D59-9C76-324535B6EC0F}" destId="{23B2DB02-6206-4DB4-8157-D2F8C09B6EAE}" srcOrd="0" destOrd="2" presId="urn:microsoft.com/office/officeart/2016/7/layout/ChevronBlockProcess"/>
    <dgm:cxn modelId="{70667C62-9398-4AB5-B409-B49462D61BA1}" type="presOf" srcId="{3E5AB01A-B6AC-4169-B378-CAA1D7821D09}" destId="{B4500644-7442-45DB-A3CD-B0F9D49DABA1}" srcOrd="0" destOrd="2" presId="urn:microsoft.com/office/officeart/2016/7/layout/ChevronBlockProcess"/>
    <dgm:cxn modelId="{C314B063-F026-42E7-9446-A9E3A4F21E9E}" type="presOf" srcId="{FEE643CC-57C0-4EE5-83E4-10967A0B3B8D}" destId="{23B2DB02-6206-4DB4-8157-D2F8C09B6EAE}" srcOrd="0" destOrd="0" presId="urn:microsoft.com/office/officeart/2016/7/layout/ChevronBlockProcess"/>
    <dgm:cxn modelId="{CC71F844-604F-4F72-B438-404E04EFFCF5}" srcId="{33832D65-24B9-4292-BC30-25BB8040F34B}" destId="{B75BC96B-28B4-4C0C-8DA1-50E7670A57A0}" srcOrd="2" destOrd="0" parTransId="{81757B17-7727-4F25-BFF3-1A40D6AC5F32}" sibTransId="{32234716-B4A3-4A73-A76C-F0CA26F39B3E}"/>
    <dgm:cxn modelId="{697EC545-22CB-4F8D-BD19-BD4D4256F93F}" srcId="{443BD70E-1B2E-4DAB-A896-9D3D36F8BE67}" destId="{3D4A02D6-A72C-4D5A-AAF2-5F47117F1F77}" srcOrd="2" destOrd="0" parTransId="{B1B26D35-32FE-41AD-B988-5BEF14D7D213}" sibTransId="{14072805-AD4C-44C2-8114-4F13135E0876}"/>
    <dgm:cxn modelId="{C283F646-BF0F-4073-9C27-3AF430C477CB}" srcId="{8AE71C48-669D-4421-ACBA-DEF36937CA40}" destId="{25CA9367-BDD9-4D20-9A62-6959FC68408A}" srcOrd="1" destOrd="0" parTransId="{5415C9E6-02E3-42C1-829A-46E892638F7B}" sibTransId="{0AC4E4F5-107A-4AA3-BC62-B5AC1747F225}"/>
    <dgm:cxn modelId="{9A318C67-37E3-47C2-9CC3-44A5B51BC858}" srcId="{F41E513A-4156-4922-81F7-CA0900342B28}" destId="{33832D65-24B9-4292-BC30-25BB8040F34B}" srcOrd="0" destOrd="0" parTransId="{EBC1FA28-91BD-45B9-A374-76BFC21451C5}" sibTransId="{9266D55A-3A2F-4D2C-8294-C8681CD55CFF}"/>
    <dgm:cxn modelId="{625E4649-78A7-4B64-80C7-BC2E65D8B170}" srcId="{443BD70E-1B2E-4DAB-A896-9D3D36F8BE67}" destId="{55E162A4-B666-4F7D-895A-D26898479FB5}" srcOrd="3" destOrd="0" parTransId="{48D97394-B3E3-4B70-AA71-2588BD7C22BE}" sibTransId="{6A9BB895-158D-47F6-880B-8E8115EF25DA}"/>
    <dgm:cxn modelId="{5620156B-7E51-4962-877A-71268673E4C4}" srcId="{33832D65-24B9-4292-BC30-25BB8040F34B}" destId="{3750F92C-1B5B-4637-90E6-294E11880531}" srcOrd="0" destOrd="0" parTransId="{DB840920-0920-48A2-8700-97799426DC6F}" sibTransId="{2C1C31E2-9A2F-49B0-A700-1579A3D11DCD}"/>
    <dgm:cxn modelId="{885E336C-BDDF-4C96-84E6-23A247237528}" type="presOf" srcId="{2E41BE31-7A88-4274-B175-1BF08DF3E9F5}" destId="{820E41B9-6DCA-4F62-8C36-87350B861B2E}" srcOrd="0" destOrd="2" presId="urn:microsoft.com/office/officeart/2016/7/layout/ChevronBlockProcess"/>
    <dgm:cxn modelId="{F1143F4E-F7C8-4F05-B5A8-94339799C89C}" type="presOf" srcId="{6925386D-B23B-4572-9F19-D8B548374188}" destId="{B4500644-7442-45DB-A3CD-B0F9D49DABA1}" srcOrd="0" destOrd="0" presId="urn:microsoft.com/office/officeart/2016/7/layout/ChevronBlockProcess"/>
    <dgm:cxn modelId="{CA15B954-E771-4F80-AB89-80996DB3F9A3}" srcId="{FEE643CC-57C0-4EE5-83E4-10967A0B3B8D}" destId="{A95F9E61-5D08-4BF0-BF20-A201CF76934A}" srcOrd="3" destOrd="0" parTransId="{958E6A75-38DB-40BA-8300-7F7A7A2CEB6C}" sibTransId="{7CCA1CFE-60AB-48C8-B723-D9D0EB680BD4}"/>
    <dgm:cxn modelId="{FBCF5555-4958-4299-8C73-51DF185C61AE}" srcId="{6925386D-B23B-4572-9F19-D8B548374188}" destId="{73A68E19-BBE1-4BA5-951D-8FB31B731756}" srcOrd="2" destOrd="0" parTransId="{8BB435BF-FDF4-4AC2-8949-6A5FC0055323}" sibTransId="{6E1563D1-449C-4F77-85E5-6699D97DAF43}"/>
    <dgm:cxn modelId="{D3CC517A-2DF9-481A-B047-75A3C4D329AC}" srcId="{55E162A4-B666-4F7D-895A-D26898479FB5}" destId="{6925386D-B23B-4572-9F19-D8B548374188}" srcOrd="0" destOrd="0" parTransId="{6B227F17-A9BC-4BEC-8DB8-DDF10A21B5F9}" sibTransId="{3D974A5C-A5DC-41F1-A831-4E116745D5F6}"/>
    <dgm:cxn modelId="{9E3D547B-C6F6-45A8-8AA2-DBA413CCEB05}" type="presOf" srcId="{9FB0264A-F707-454F-88AE-5D045396A763}" destId="{9F768B7E-B4AB-4E1A-BE42-368E5DDE86C5}" srcOrd="0" destOrd="2" presId="urn:microsoft.com/office/officeart/2016/7/layout/ChevronBlockProcess"/>
    <dgm:cxn modelId="{CE0BF080-EEE2-47B3-A27A-9EBCFF6359E7}" srcId="{3D4A02D6-A72C-4D5A-AAF2-5F47117F1F77}" destId="{FEE643CC-57C0-4EE5-83E4-10967A0B3B8D}" srcOrd="0" destOrd="0" parTransId="{487B113E-9E2B-4F66-AFD9-D1DDECAC9763}" sibTransId="{D1314FD4-BC00-45AA-8BDA-0B1A1766589C}"/>
    <dgm:cxn modelId="{81628588-7566-45C7-BDCB-1672770049F4}" type="presOf" srcId="{443BD70E-1B2E-4DAB-A896-9D3D36F8BE67}" destId="{8B76B36D-D018-4410-8AD4-9D9069CD4249}" srcOrd="0" destOrd="0" presId="urn:microsoft.com/office/officeart/2016/7/layout/ChevronBlockProcess"/>
    <dgm:cxn modelId="{10C1A28D-34DF-40A7-A879-32BC93ED12B7}" type="presOf" srcId="{9FE0E7D5-334E-4C42-BDD0-E45FD0FBA9CF}" destId="{9F768B7E-B4AB-4E1A-BE42-368E5DDE86C5}" srcOrd="0" destOrd="1" presId="urn:microsoft.com/office/officeart/2016/7/layout/ChevronBlockProcess"/>
    <dgm:cxn modelId="{98829892-087A-4871-8158-28129113906E}" srcId="{24042CDC-37EE-45DB-8F82-C5A01E59FF95}" destId="{9FE0E7D5-334E-4C42-BDD0-E45FD0FBA9CF}" srcOrd="0" destOrd="0" parTransId="{653CCD6B-2BAC-49E7-B162-AC92655A1722}" sibTransId="{8A9DCDE7-C9C0-49E0-98AE-9C80EE96B7CC}"/>
    <dgm:cxn modelId="{CB9FE695-B163-4D32-BD7F-614EDF6DB5F4}" srcId="{443BD70E-1B2E-4DAB-A896-9D3D36F8BE67}" destId="{F41E513A-4156-4922-81F7-CA0900342B28}" srcOrd="4" destOrd="0" parTransId="{5E3598B0-9DB1-48EA-9F6C-019647AB0DE9}" sibTransId="{BDD0E75D-B207-4BE6-83FF-2AE3E7C6E5D4}"/>
    <dgm:cxn modelId="{8DA3C798-CAEE-498C-8457-C098B4DC9A06}" srcId="{8AE71C48-669D-4421-ACBA-DEF36937CA40}" destId="{D22D2998-0EFB-46A4-B71E-5AB91142336C}" srcOrd="0" destOrd="0" parTransId="{B5A55448-4906-4AC2-A269-2027A5B2B53D}" sibTransId="{FAB8A404-B6BF-4E0A-8C87-3EE7F5854941}"/>
    <dgm:cxn modelId="{0A69319E-EF0A-48E3-844D-33A65D318D23}" type="presOf" srcId="{74B81A58-AFB9-4B94-86C8-B6AA816CA61D}" destId="{E32589BF-5AC9-4E6E-B814-7021226E18E8}" srcOrd="0" destOrd="0" presId="urn:microsoft.com/office/officeart/2016/7/layout/ChevronBlockProcess"/>
    <dgm:cxn modelId="{6712F3AF-7B2E-4177-B453-AEED3A51A400}" srcId="{FEE643CC-57C0-4EE5-83E4-10967A0B3B8D}" destId="{AE9B8F8E-2F4A-4D59-9C76-324535B6EC0F}" srcOrd="1" destOrd="0" parTransId="{0BEB5853-2C03-4A58-9D05-FAD95ADA3697}" sibTransId="{A25F333C-DDEE-4B6F-8BB2-16F80519E450}"/>
    <dgm:cxn modelId="{270E3AB1-7D2B-4996-9636-A05F7021E3FF}" type="presOf" srcId="{A95F9E61-5D08-4BF0-BF20-A201CF76934A}" destId="{23B2DB02-6206-4DB4-8157-D2F8C09B6EAE}" srcOrd="0" destOrd="4" presId="urn:microsoft.com/office/officeart/2016/7/layout/ChevronBlockProcess"/>
    <dgm:cxn modelId="{2956C1C0-D2C5-4839-A513-824264E97050}" type="presOf" srcId="{55E162A4-B666-4F7D-895A-D26898479FB5}" destId="{9C32F466-0BB6-46C1-929B-EC0373BB695D}" srcOrd="0" destOrd="0" presId="urn:microsoft.com/office/officeart/2016/7/layout/ChevronBlockProcess"/>
    <dgm:cxn modelId="{141092CE-0493-4246-AC00-9415F4F82B1F}" srcId="{6925386D-B23B-4572-9F19-D8B548374188}" destId="{451CC579-975A-4DE8-8BBE-47C30198A555}" srcOrd="0" destOrd="0" parTransId="{EBB9A6CC-FE6C-4360-82DD-713B757C9C3C}" sibTransId="{F505AD08-E88C-4C66-9B4E-DD2A07A3DA07}"/>
    <dgm:cxn modelId="{423E81D2-715D-4F0A-AE46-6B0618F784A0}" type="presOf" srcId="{9DC74330-508D-4F94-AFA2-6AF59A32F45C}" destId="{1AFBFCF0-2C81-4E19-A180-9700941E57D1}" srcOrd="0" destOrd="3" presId="urn:microsoft.com/office/officeart/2016/7/layout/ChevronBlockProcess"/>
    <dgm:cxn modelId="{28F7A1D7-F571-494B-98F3-2224F797E6FE}" type="presOf" srcId="{24042CDC-37EE-45DB-8F82-C5A01E59FF95}" destId="{9F768B7E-B4AB-4E1A-BE42-368E5DDE86C5}" srcOrd="0" destOrd="0" presId="urn:microsoft.com/office/officeart/2016/7/layout/ChevronBlockProcess"/>
    <dgm:cxn modelId="{16A6E4D9-FBD0-4AB2-9AB3-B4CDA3CD2D5A}" type="presOf" srcId="{25CA9367-BDD9-4D20-9A62-6959FC68408A}" destId="{1AFBFCF0-2C81-4E19-A180-9700941E57D1}" srcOrd="0" destOrd="2" presId="urn:microsoft.com/office/officeart/2016/7/layout/ChevronBlockProcess"/>
    <dgm:cxn modelId="{E4AA14DE-EC9C-4251-B852-AB481711222B}" type="presOf" srcId="{F41E513A-4156-4922-81F7-CA0900342B28}" destId="{7E50B3E6-F020-48A9-B33A-80979880C2AA}" srcOrd="0" destOrd="0" presId="urn:microsoft.com/office/officeart/2016/7/layout/ChevronBlockProcess"/>
    <dgm:cxn modelId="{A02CF8DE-556B-4D52-B80B-C0DC4CD16E61}" srcId="{FEE643CC-57C0-4EE5-83E4-10967A0B3B8D}" destId="{D668F9C9-0ABD-44E0-A71D-DAD0D96085F7}" srcOrd="0" destOrd="0" parTransId="{E1924D2B-359B-4459-894B-9EEBB4F6A282}" sibTransId="{06A49E08-261F-48B8-A30D-B1F883ADEA1A}"/>
    <dgm:cxn modelId="{30E9F6DF-3476-4F15-80C8-E32C51157C32}" type="presOf" srcId="{DBD8B6C8-B5B8-4705-AAE2-6183CFF6C68D}" destId="{0DBFB1F2-0FA1-44E7-B1D6-BE362EF2B075}" srcOrd="0" destOrd="0" presId="urn:microsoft.com/office/officeart/2016/7/layout/ChevronBlockProcess"/>
    <dgm:cxn modelId="{B0B9ADF6-4C9C-4ACF-B1EF-4596364B0C6E}" srcId="{FEE643CC-57C0-4EE5-83E4-10967A0B3B8D}" destId="{110D8322-B198-4AEE-A958-17657177E44C}" srcOrd="2" destOrd="0" parTransId="{930BE0E1-B1BB-4BF1-9850-606392E051E8}" sibTransId="{54AC074E-F914-499E-A46B-9372D31F4C40}"/>
    <dgm:cxn modelId="{DB1A2DF7-7698-40F7-93BE-1C6967231B2B}" srcId="{74B81A58-AFB9-4B94-86C8-B6AA816CA61D}" destId="{24042CDC-37EE-45DB-8F82-C5A01E59FF95}" srcOrd="0" destOrd="0" parTransId="{4D25A940-9756-4BBC-92E7-744890CCF4E4}" sibTransId="{4A3F5A17-28F1-4C47-B508-D7CB8426C1AD}"/>
    <dgm:cxn modelId="{146369F8-A252-4506-A72E-A5A93BF1228B}" type="presOf" srcId="{73A68E19-BBE1-4BA5-951D-8FB31B731756}" destId="{B4500644-7442-45DB-A3CD-B0F9D49DABA1}" srcOrd="0" destOrd="3" presId="urn:microsoft.com/office/officeart/2016/7/layout/ChevronBlockProcess"/>
    <dgm:cxn modelId="{0D0FBCFC-DB69-4E8B-9A69-DBC2F6FEC360}" type="presOf" srcId="{33832D65-24B9-4292-BC30-25BB8040F34B}" destId="{820E41B9-6DCA-4F62-8C36-87350B861B2E}" srcOrd="0" destOrd="0" presId="urn:microsoft.com/office/officeart/2016/7/layout/ChevronBlockProcess"/>
    <dgm:cxn modelId="{E0ABF5FC-D344-414F-9DA6-B4F97E374E1D}" type="presOf" srcId="{D668F9C9-0ABD-44E0-A71D-DAD0D96085F7}" destId="{23B2DB02-6206-4DB4-8157-D2F8C09B6EAE}" srcOrd="0" destOrd="1" presId="urn:microsoft.com/office/officeart/2016/7/layout/ChevronBlockProcess"/>
    <dgm:cxn modelId="{E818A3FE-70FC-4A57-B3C9-AE5862BCBD91}" srcId="{443BD70E-1B2E-4DAB-A896-9D3D36F8BE67}" destId="{74B81A58-AFB9-4B94-86C8-B6AA816CA61D}" srcOrd="0" destOrd="0" parTransId="{D09FECD3-BFEB-4207-B025-40302FA59744}" sibTransId="{6CB3A0D1-EEDE-4A6C-86D6-3C5B373D87DA}"/>
    <dgm:cxn modelId="{083BE33B-8B41-4C1F-986F-19076219F777}" type="presParOf" srcId="{8B76B36D-D018-4410-8AD4-9D9069CD4249}" destId="{A1FBBE9B-EA9E-41F1-88D3-6D7AFD71CC8A}" srcOrd="0" destOrd="0" presId="urn:microsoft.com/office/officeart/2016/7/layout/ChevronBlockProcess"/>
    <dgm:cxn modelId="{CC85D20A-FFE4-455C-8729-E8B599048A28}" type="presParOf" srcId="{A1FBBE9B-EA9E-41F1-88D3-6D7AFD71CC8A}" destId="{E32589BF-5AC9-4E6E-B814-7021226E18E8}" srcOrd="0" destOrd="0" presId="urn:microsoft.com/office/officeart/2016/7/layout/ChevronBlockProcess"/>
    <dgm:cxn modelId="{D5B45564-EB3C-4F98-81B4-83E2F3D5655C}" type="presParOf" srcId="{A1FBBE9B-EA9E-41F1-88D3-6D7AFD71CC8A}" destId="{9F768B7E-B4AB-4E1A-BE42-368E5DDE86C5}" srcOrd="1" destOrd="0" presId="urn:microsoft.com/office/officeart/2016/7/layout/ChevronBlockProcess"/>
    <dgm:cxn modelId="{89D35242-5176-4095-A831-99F03B9D71AF}" type="presParOf" srcId="{8B76B36D-D018-4410-8AD4-9D9069CD4249}" destId="{A7B43439-E634-4ABA-858B-0C0CB079BD2F}" srcOrd="1" destOrd="0" presId="urn:microsoft.com/office/officeart/2016/7/layout/ChevronBlockProcess"/>
    <dgm:cxn modelId="{47B2B87E-21CC-42DC-A983-E4BE21BE339E}" type="presParOf" srcId="{8B76B36D-D018-4410-8AD4-9D9069CD4249}" destId="{97EF8B7C-879D-48F4-A2EE-C25CCFB903F1}" srcOrd="2" destOrd="0" presId="urn:microsoft.com/office/officeart/2016/7/layout/ChevronBlockProcess"/>
    <dgm:cxn modelId="{1C430C94-844F-48C4-9126-BC3AFB1F1CD9}" type="presParOf" srcId="{97EF8B7C-879D-48F4-A2EE-C25CCFB903F1}" destId="{0DBFB1F2-0FA1-44E7-B1D6-BE362EF2B075}" srcOrd="0" destOrd="0" presId="urn:microsoft.com/office/officeart/2016/7/layout/ChevronBlockProcess"/>
    <dgm:cxn modelId="{C58D2D38-B898-4AB1-9432-841D5179CDE6}" type="presParOf" srcId="{97EF8B7C-879D-48F4-A2EE-C25CCFB903F1}" destId="{1AFBFCF0-2C81-4E19-A180-9700941E57D1}" srcOrd="1" destOrd="0" presId="urn:microsoft.com/office/officeart/2016/7/layout/ChevronBlockProcess"/>
    <dgm:cxn modelId="{F65BF351-5812-4705-86E5-F57F787CC660}" type="presParOf" srcId="{8B76B36D-D018-4410-8AD4-9D9069CD4249}" destId="{9473D020-CA91-463E-8BB5-A8A445796ED5}" srcOrd="3" destOrd="0" presId="urn:microsoft.com/office/officeart/2016/7/layout/ChevronBlockProcess"/>
    <dgm:cxn modelId="{C9F3692A-C4B7-4DB7-9B3E-D5F30B8DF728}" type="presParOf" srcId="{8B76B36D-D018-4410-8AD4-9D9069CD4249}" destId="{44045596-F7CD-475C-84BF-0C21E4211F01}" srcOrd="4" destOrd="0" presId="urn:microsoft.com/office/officeart/2016/7/layout/ChevronBlockProcess"/>
    <dgm:cxn modelId="{D1B764A4-1A15-4FC8-B71F-46E2D3F2A078}" type="presParOf" srcId="{44045596-F7CD-475C-84BF-0C21E4211F01}" destId="{9EC47C9D-68DC-4288-87F9-C6A7194A291C}" srcOrd="0" destOrd="0" presId="urn:microsoft.com/office/officeart/2016/7/layout/ChevronBlockProcess"/>
    <dgm:cxn modelId="{E4CC4AA5-9B08-4637-8463-8A3A0853D0D1}" type="presParOf" srcId="{44045596-F7CD-475C-84BF-0C21E4211F01}" destId="{23B2DB02-6206-4DB4-8157-D2F8C09B6EAE}" srcOrd="1" destOrd="0" presId="urn:microsoft.com/office/officeart/2016/7/layout/ChevronBlockProcess"/>
    <dgm:cxn modelId="{B389CD02-B335-4D51-99BB-AEA252149B36}" type="presParOf" srcId="{8B76B36D-D018-4410-8AD4-9D9069CD4249}" destId="{5E4EAC61-DF1D-4070-98BD-D3D5D49218DC}" srcOrd="5" destOrd="0" presId="urn:microsoft.com/office/officeart/2016/7/layout/ChevronBlockProcess"/>
    <dgm:cxn modelId="{E379444C-8FE2-42C3-B9BC-7C1C3E8E7210}" type="presParOf" srcId="{8B76B36D-D018-4410-8AD4-9D9069CD4249}" destId="{0CAA0B94-B850-4777-B1CD-06E4812B0486}" srcOrd="6" destOrd="0" presId="urn:microsoft.com/office/officeart/2016/7/layout/ChevronBlockProcess"/>
    <dgm:cxn modelId="{F07EF46D-070E-4730-A44C-5C07CAAF6725}" type="presParOf" srcId="{0CAA0B94-B850-4777-B1CD-06E4812B0486}" destId="{9C32F466-0BB6-46C1-929B-EC0373BB695D}" srcOrd="0" destOrd="0" presId="urn:microsoft.com/office/officeart/2016/7/layout/ChevronBlockProcess"/>
    <dgm:cxn modelId="{3F55CBF2-6126-4EAE-8102-97A580FDE211}" type="presParOf" srcId="{0CAA0B94-B850-4777-B1CD-06E4812B0486}" destId="{B4500644-7442-45DB-A3CD-B0F9D49DABA1}" srcOrd="1" destOrd="0" presId="urn:microsoft.com/office/officeart/2016/7/layout/ChevronBlockProcess"/>
    <dgm:cxn modelId="{7020A790-2583-4EBF-8930-D2B6F2E9DA25}" type="presParOf" srcId="{8B76B36D-D018-4410-8AD4-9D9069CD4249}" destId="{1A5CC92F-3D8E-4390-AD4F-46665F39A107}" srcOrd="7" destOrd="0" presId="urn:microsoft.com/office/officeart/2016/7/layout/ChevronBlockProcess"/>
    <dgm:cxn modelId="{9B178CA6-C404-4C20-8535-2DCD25AA81D1}" type="presParOf" srcId="{8B76B36D-D018-4410-8AD4-9D9069CD4249}" destId="{A8718C70-EA90-49DB-A1B6-F8347C19B376}" srcOrd="8" destOrd="0" presId="urn:microsoft.com/office/officeart/2016/7/layout/ChevronBlockProcess"/>
    <dgm:cxn modelId="{8BB30136-775C-4C63-8EB8-9C5BA8E11344}" type="presParOf" srcId="{A8718C70-EA90-49DB-A1B6-F8347C19B376}" destId="{7E50B3E6-F020-48A9-B33A-80979880C2AA}" srcOrd="0" destOrd="0" presId="urn:microsoft.com/office/officeart/2016/7/layout/ChevronBlockProcess"/>
    <dgm:cxn modelId="{2D34469B-0946-4306-A376-A24F6AC95904}" type="presParOf" srcId="{A8718C70-EA90-49DB-A1B6-F8347C19B376}" destId="{820E41B9-6DCA-4F62-8C36-87350B861B2E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67D6D0B-D738-4E4B-AB93-8D5D08A64073}" type="doc">
      <dgm:prSet loTypeId="urn:microsoft.com/office/officeart/2005/8/layout/list1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A3FF708D-3AE3-4E34-809A-339C73798C0B}">
      <dgm:prSet/>
      <dgm:spPr/>
      <dgm:t>
        <a:bodyPr/>
        <a:lstStyle/>
        <a:p>
          <a:pPr>
            <a:defRPr b="1"/>
          </a:pPr>
          <a:r>
            <a:rPr lang="en-US"/>
            <a:t>Ethical Considerations:</a:t>
          </a:r>
        </a:p>
      </dgm:t>
    </dgm:pt>
    <dgm:pt modelId="{CFAF841D-5A4D-4889-ADD7-5266C6B04111}" type="parTrans" cxnId="{B716A1B9-1818-44D9-BB82-C5CBB62A1FF3}">
      <dgm:prSet/>
      <dgm:spPr/>
      <dgm:t>
        <a:bodyPr/>
        <a:lstStyle/>
        <a:p>
          <a:endParaRPr lang="en-US"/>
        </a:p>
      </dgm:t>
    </dgm:pt>
    <dgm:pt modelId="{DA9264C7-DE37-495B-A3F0-58A3D7CD957C}" type="sibTrans" cxnId="{B716A1B9-1818-44D9-BB82-C5CBB62A1FF3}">
      <dgm:prSet/>
      <dgm:spPr/>
      <dgm:t>
        <a:bodyPr/>
        <a:lstStyle/>
        <a:p>
          <a:endParaRPr lang="en-US"/>
        </a:p>
      </dgm:t>
    </dgm:pt>
    <dgm:pt modelId="{57DDB09D-F3C2-4BAD-B9F3-65207B3BD29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Customer and sales data anonymized for privacy.</a:t>
          </a:r>
        </a:p>
      </dgm:t>
    </dgm:pt>
    <dgm:pt modelId="{22BC0AD3-4F41-4EA7-B821-2204637630B2}" type="parTrans" cxnId="{3CA53275-7D0E-4F4D-8CC5-4ED5719CAC09}">
      <dgm:prSet/>
      <dgm:spPr/>
      <dgm:t>
        <a:bodyPr/>
        <a:lstStyle/>
        <a:p>
          <a:endParaRPr lang="en-US"/>
        </a:p>
      </dgm:t>
    </dgm:pt>
    <dgm:pt modelId="{B0A15E40-DC02-402E-A7BF-591DFCEA640D}" type="sibTrans" cxnId="{3CA53275-7D0E-4F4D-8CC5-4ED5719CAC09}">
      <dgm:prSet/>
      <dgm:spPr/>
      <dgm:t>
        <a:bodyPr/>
        <a:lstStyle/>
        <a:p>
          <a:endParaRPr lang="en-US"/>
        </a:p>
      </dgm:t>
    </dgm:pt>
    <dgm:pt modelId="{6B65E84A-F564-47E9-8A98-263D828B176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Model monitored to prevent bias toward certain products, stores, or segments.</a:t>
          </a:r>
        </a:p>
      </dgm:t>
    </dgm:pt>
    <dgm:pt modelId="{614B56CF-D390-442B-BCC8-A54413C5A090}" type="parTrans" cxnId="{A3D50918-8EB5-4B22-A41A-074485FC4557}">
      <dgm:prSet/>
      <dgm:spPr/>
      <dgm:t>
        <a:bodyPr/>
        <a:lstStyle/>
        <a:p>
          <a:endParaRPr lang="en-US"/>
        </a:p>
      </dgm:t>
    </dgm:pt>
    <dgm:pt modelId="{7F2508DF-4455-465F-AB1A-9877D3531627}" type="sibTrans" cxnId="{A3D50918-8EB5-4B22-A41A-074485FC4557}">
      <dgm:prSet/>
      <dgm:spPr/>
      <dgm:t>
        <a:bodyPr/>
        <a:lstStyle/>
        <a:p>
          <a:endParaRPr lang="en-US"/>
        </a:p>
      </dgm:t>
    </dgm:pt>
    <dgm:pt modelId="{EFD0B469-050A-4A66-9417-2E0E73E9B9A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Transparent documentation ensures stakeholder trust.</a:t>
          </a:r>
        </a:p>
      </dgm:t>
    </dgm:pt>
    <dgm:pt modelId="{F3408A62-F7F3-4758-92CC-EB3D61CD6B1B}" type="parTrans" cxnId="{E0D8F539-5B7F-447B-A2D4-22C07AE1769C}">
      <dgm:prSet/>
      <dgm:spPr/>
      <dgm:t>
        <a:bodyPr/>
        <a:lstStyle/>
        <a:p>
          <a:endParaRPr lang="en-US"/>
        </a:p>
      </dgm:t>
    </dgm:pt>
    <dgm:pt modelId="{13741BAB-731D-42B0-A73A-BF356DDC1559}" type="sibTrans" cxnId="{E0D8F539-5B7F-447B-A2D4-22C07AE1769C}">
      <dgm:prSet/>
      <dgm:spPr/>
      <dgm:t>
        <a:bodyPr/>
        <a:lstStyle/>
        <a:p>
          <a:endParaRPr lang="en-US"/>
        </a:p>
      </dgm:t>
    </dgm:pt>
    <dgm:pt modelId="{48725928-835E-4A3E-A1B4-1E2030184E67}">
      <dgm:prSet/>
      <dgm:spPr/>
      <dgm:t>
        <a:bodyPr/>
        <a:lstStyle/>
        <a:p>
          <a:pPr>
            <a:defRPr b="1"/>
          </a:pPr>
          <a:r>
            <a:rPr lang="en-US" dirty="0"/>
            <a:t>Challenges:</a:t>
          </a:r>
        </a:p>
      </dgm:t>
    </dgm:pt>
    <dgm:pt modelId="{31A8A77C-BA00-42EE-BFC6-EF376EB70D87}" type="parTrans" cxnId="{559DB00B-5D0C-4930-A973-AA1790C9CC00}">
      <dgm:prSet/>
      <dgm:spPr/>
      <dgm:t>
        <a:bodyPr/>
        <a:lstStyle/>
        <a:p>
          <a:endParaRPr lang="en-US"/>
        </a:p>
      </dgm:t>
    </dgm:pt>
    <dgm:pt modelId="{68885F19-BC04-49C1-A9F8-1EC131A79821}" type="sibTrans" cxnId="{559DB00B-5D0C-4930-A973-AA1790C9CC00}">
      <dgm:prSet/>
      <dgm:spPr/>
      <dgm:t>
        <a:bodyPr/>
        <a:lstStyle/>
        <a:p>
          <a:endParaRPr lang="en-US"/>
        </a:p>
      </dgm:t>
    </dgm:pt>
    <dgm:pt modelId="{AE6EAF2C-CA3E-48B6-B4A5-CA8FD0D3CDE0}">
      <dgm:prSet/>
      <dgm:spPr/>
      <dgm:t>
        <a:bodyPr/>
        <a:lstStyle/>
        <a:p>
          <a:r>
            <a:rPr lang="en-US" dirty="0"/>
            <a:t>Merging datasets with differing formats and time intervals.</a:t>
          </a:r>
        </a:p>
      </dgm:t>
    </dgm:pt>
    <dgm:pt modelId="{6183BCF7-9AF5-4BA4-A397-07EF5E0F7DBF}" type="parTrans" cxnId="{FD822E50-0E34-4D2C-A62C-320B88245A8F}">
      <dgm:prSet/>
      <dgm:spPr/>
      <dgm:t>
        <a:bodyPr/>
        <a:lstStyle/>
        <a:p>
          <a:endParaRPr lang="en-US"/>
        </a:p>
      </dgm:t>
    </dgm:pt>
    <dgm:pt modelId="{2EFF561D-3F9E-4ABD-A655-532161018053}" type="sibTrans" cxnId="{FD822E50-0E34-4D2C-A62C-320B88245A8F}">
      <dgm:prSet/>
      <dgm:spPr/>
      <dgm:t>
        <a:bodyPr/>
        <a:lstStyle/>
        <a:p>
          <a:endParaRPr lang="en-US"/>
        </a:p>
      </dgm:t>
    </dgm:pt>
    <dgm:pt modelId="{00EE5067-519B-4672-B85C-304E8DBD75C6}">
      <dgm:prSet/>
      <dgm:spPr/>
      <dgm:t>
        <a:bodyPr/>
        <a:lstStyle/>
        <a:p>
          <a:r>
            <a:rPr lang="en-US" dirty="0"/>
            <a:t>Limited coverage of external factors (holidays, weather).</a:t>
          </a:r>
        </a:p>
      </dgm:t>
    </dgm:pt>
    <dgm:pt modelId="{2214D7B4-E19F-44EB-B27F-90AE7FE59E35}" type="parTrans" cxnId="{E6FD19B4-2CDE-41CE-9E24-DDF32FA3EFF1}">
      <dgm:prSet/>
      <dgm:spPr/>
      <dgm:t>
        <a:bodyPr/>
        <a:lstStyle/>
        <a:p>
          <a:endParaRPr lang="en-US"/>
        </a:p>
      </dgm:t>
    </dgm:pt>
    <dgm:pt modelId="{FD426B29-CF52-4559-A3ED-77E14D0DB345}" type="sibTrans" cxnId="{E6FD19B4-2CDE-41CE-9E24-DDF32FA3EFF1}">
      <dgm:prSet/>
      <dgm:spPr/>
      <dgm:t>
        <a:bodyPr/>
        <a:lstStyle/>
        <a:p>
          <a:endParaRPr lang="en-US"/>
        </a:p>
      </dgm:t>
    </dgm:pt>
    <dgm:pt modelId="{6A20E994-D95B-4D33-8652-A1082A3664A5}">
      <dgm:prSet/>
      <dgm:spPr/>
      <dgm:t>
        <a:bodyPr/>
        <a:lstStyle/>
        <a:p>
          <a:r>
            <a:rPr lang="en-US" dirty="0"/>
            <a:t>Balancing model accuracy with interpretability.</a:t>
          </a:r>
        </a:p>
      </dgm:t>
    </dgm:pt>
    <dgm:pt modelId="{E8D77134-0497-4690-843E-8E658E195AFD}" type="parTrans" cxnId="{9CFE56EC-5DF4-4035-BA69-9938A7237C77}">
      <dgm:prSet/>
      <dgm:spPr/>
      <dgm:t>
        <a:bodyPr/>
        <a:lstStyle/>
        <a:p>
          <a:endParaRPr lang="en-US"/>
        </a:p>
      </dgm:t>
    </dgm:pt>
    <dgm:pt modelId="{6918CA36-A9E8-4DC2-A059-14BEF4B425FE}" type="sibTrans" cxnId="{9CFE56EC-5DF4-4035-BA69-9938A7237C77}">
      <dgm:prSet/>
      <dgm:spPr/>
      <dgm:t>
        <a:bodyPr/>
        <a:lstStyle/>
        <a:p>
          <a:endParaRPr lang="en-US"/>
        </a:p>
      </dgm:t>
    </dgm:pt>
    <dgm:pt modelId="{904FC607-B5A6-4334-909F-6A788A7C26E9}" type="pres">
      <dgm:prSet presAssocID="{767D6D0B-D738-4E4B-AB93-8D5D08A64073}" presName="linear" presStyleCnt="0">
        <dgm:presLayoutVars>
          <dgm:dir/>
          <dgm:animLvl val="lvl"/>
          <dgm:resizeHandles val="exact"/>
        </dgm:presLayoutVars>
      </dgm:prSet>
      <dgm:spPr/>
    </dgm:pt>
    <dgm:pt modelId="{E66EA6CC-E68D-4150-A00F-2F40699EEE0B}" type="pres">
      <dgm:prSet presAssocID="{A3FF708D-3AE3-4E34-809A-339C73798C0B}" presName="parentLin" presStyleCnt="0"/>
      <dgm:spPr/>
    </dgm:pt>
    <dgm:pt modelId="{B869F711-638D-43F5-A7B4-0C611D0DCF24}" type="pres">
      <dgm:prSet presAssocID="{A3FF708D-3AE3-4E34-809A-339C73798C0B}" presName="parentLeftMargin" presStyleLbl="node1" presStyleIdx="0" presStyleCnt="2"/>
      <dgm:spPr/>
    </dgm:pt>
    <dgm:pt modelId="{0412137A-A6CB-4867-BA31-2991589DD031}" type="pres">
      <dgm:prSet presAssocID="{A3FF708D-3AE3-4E34-809A-339C73798C0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FAEF468-AEBA-4E7E-B3EA-52F78BEFD6EF}" type="pres">
      <dgm:prSet presAssocID="{A3FF708D-3AE3-4E34-809A-339C73798C0B}" presName="negativeSpace" presStyleCnt="0"/>
      <dgm:spPr/>
    </dgm:pt>
    <dgm:pt modelId="{4EA5B313-FB35-4E87-AECD-492A6E28647B}" type="pres">
      <dgm:prSet presAssocID="{A3FF708D-3AE3-4E34-809A-339C73798C0B}" presName="childText" presStyleLbl="conFgAcc1" presStyleIdx="0" presStyleCnt="2">
        <dgm:presLayoutVars>
          <dgm:bulletEnabled val="1"/>
        </dgm:presLayoutVars>
      </dgm:prSet>
      <dgm:spPr/>
    </dgm:pt>
    <dgm:pt modelId="{A41DEE47-BCDA-4CCD-9119-25841370B290}" type="pres">
      <dgm:prSet presAssocID="{DA9264C7-DE37-495B-A3F0-58A3D7CD957C}" presName="spaceBetweenRectangles" presStyleCnt="0"/>
      <dgm:spPr/>
    </dgm:pt>
    <dgm:pt modelId="{0D3DBFD7-5440-4E89-833F-790D156E7FC0}" type="pres">
      <dgm:prSet presAssocID="{48725928-835E-4A3E-A1B4-1E2030184E67}" presName="parentLin" presStyleCnt="0"/>
      <dgm:spPr/>
    </dgm:pt>
    <dgm:pt modelId="{6D04654B-4FAE-4739-92B1-B01C5EE554BB}" type="pres">
      <dgm:prSet presAssocID="{48725928-835E-4A3E-A1B4-1E2030184E67}" presName="parentLeftMargin" presStyleLbl="node1" presStyleIdx="0" presStyleCnt="2"/>
      <dgm:spPr/>
    </dgm:pt>
    <dgm:pt modelId="{C3594AFF-15A8-429F-9825-FC94FFE9A348}" type="pres">
      <dgm:prSet presAssocID="{48725928-835E-4A3E-A1B4-1E2030184E6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8A82AD1-6D4C-47F6-AE8C-808EF0D8DD29}" type="pres">
      <dgm:prSet presAssocID="{48725928-835E-4A3E-A1B4-1E2030184E67}" presName="negativeSpace" presStyleCnt="0"/>
      <dgm:spPr/>
    </dgm:pt>
    <dgm:pt modelId="{F07961CE-82DB-4FD3-97D6-7ED06B9D631D}" type="pres">
      <dgm:prSet presAssocID="{48725928-835E-4A3E-A1B4-1E2030184E6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59DB00B-5D0C-4930-A973-AA1790C9CC00}" srcId="{767D6D0B-D738-4E4B-AB93-8D5D08A64073}" destId="{48725928-835E-4A3E-A1B4-1E2030184E67}" srcOrd="1" destOrd="0" parTransId="{31A8A77C-BA00-42EE-BFC6-EF376EB70D87}" sibTransId="{68885F19-BC04-49C1-A9F8-1EC131A79821}"/>
    <dgm:cxn modelId="{A3D50918-8EB5-4B22-A41A-074485FC4557}" srcId="{A3FF708D-3AE3-4E34-809A-339C73798C0B}" destId="{6B65E84A-F564-47E9-8A98-263D828B176E}" srcOrd="1" destOrd="0" parTransId="{614B56CF-D390-442B-BCC8-A54413C5A090}" sibTransId="{7F2508DF-4455-465F-AB1A-9877D3531627}"/>
    <dgm:cxn modelId="{BD08B632-650B-4B00-9102-FFB05819AB82}" type="presOf" srcId="{A3FF708D-3AE3-4E34-809A-339C73798C0B}" destId="{0412137A-A6CB-4867-BA31-2991589DD031}" srcOrd="1" destOrd="0" presId="urn:microsoft.com/office/officeart/2005/8/layout/list1"/>
    <dgm:cxn modelId="{E0D8F539-5B7F-447B-A2D4-22C07AE1769C}" srcId="{A3FF708D-3AE3-4E34-809A-339C73798C0B}" destId="{EFD0B469-050A-4A66-9417-2E0E73E9B9A7}" srcOrd="2" destOrd="0" parTransId="{F3408A62-F7F3-4758-92CC-EB3D61CD6B1B}" sibTransId="{13741BAB-731D-42B0-A73A-BF356DDC1559}"/>
    <dgm:cxn modelId="{D5CEA13A-5A4E-45B1-8241-7D676015F010}" type="presOf" srcId="{48725928-835E-4A3E-A1B4-1E2030184E67}" destId="{C3594AFF-15A8-429F-9825-FC94FFE9A348}" srcOrd="1" destOrd="0" presId="urn:microsoft.com/office/officeart/2005/8/layout/list1"/>
    <dgm:cxn modelId="{640FA55E-E0AD-46B0-925A-131A66ED9B52}" type="presOf" srcId="{A3FF708D-3AE3-4E34-809A-339C73798C0B}" destId="{B869F711-638D-43F5-A7B4-0C611D0DCF24}" srcOrd="0" destOrd="0" presId="urn:microsoft.com/office/officeart/2005/8/layout/list1"/>
    <dgm:cxn modelId="{FD822E50-0E34-4D2C-A62C-320B88245A8F}" srcId="{48725928-835E-4A3E-A1B4-1E2030184E67}" destId="{AE6EAF2C-CA3E-48B6-B4A5-CA8FD0D3CDE0}" srcOrd="0" destOrd="0" parTransId="{6183BCF7-9AF5-4BA4-A397-07EF5E0F7DBF}" sibTransId="{2EFF561D-3F9E-4ABD-A655-532161018053}"/>
    <dgm:cxn modelId="{3CA53275-7D0E-4F4D-8CC5-4ED5719CAC09}" srcId="{A3FF708D-3AE3-4E34-809A-339C73798C0B}" destId="{57DDB09D-F3C2-4BAD-B9F3-65207B3BD298}" srcOrd="0" destOrd="0" parTransId="{22BC0AD3-4F41-4EA7-B821-2204637630B2}" sibTransId="{B0A15E40-DC02-402E-A7BF-591DFCEA640D}"/>
    <dgm:cxn modelId="{13579085-FFE8-4554-803A-71677F893282}" type="presOf" srcId="{57DDB09D-F3C2-4BAD-B9F3-65207B3BD298}" destId="{4EA5B313-FB35-4E87-AECD-492A6E28647B}" srcOrd="0" destOrd="0" presId="urn:microsoft.com/office/officeart/2005/8/layout/list1"/>
    <dgm:cxn modelId="{33747A8B-791E-45BB-BB70-B5D0E6B94B7D}" type="presOf" srcId="{00EE5067-519B-4672-B85C-304E8DBD75C6}" destId="{F07961CE-82DB-4FD3-97D6-7ED06B9D631D}" srcOrd="0" destOrd="1" presId="urn:microsoft.com/office/officeart/2005/8/layout/list1"/>
    <dgm:cxn modelId="{6C668992-B1B0-4F10-A2EF-266933E84818}" type="presOf" srcId="{EFD0B469-050A-4A66-9417-2E0E73E9B9A7}" destId="{4EA5B313-FB35-4E87-AECD-492A6E28647B}" srcOrd="0" destOrd="2" presId="urn:microsoft.com/office/officeart/2005/8/layout/list1"/>
    <dgm:cxn modelId="{DB39A59C-2F7F-4931-97E7-F0B89679A2AC}" type="presOf" srcId="{48725928-835E-4A3E-A1B4-1E2030184E67}" destId="{6D04654B-4FAE-4739-92B1-B01C5EE554BB}" srcOrd="0" destOrd="0" presId="urn:microsoft.com/office/officeart/2005/8/layout/list1"/>
    <dgm:cxn modelId="{9F1604A6-29CE-41B2-826B-59663DBB8D3F}" type="presOf" srcId="{6B65E84A-F564-47E9-8A98-263D828B176E}" destId="{4EA5B313-FB35-4E87-AECD-492A6E28647B}" srcOrd="0" destOrd="1" presId="urn:microsoft.com/office/officeart/2005/8/layout/list1"/>
    <dgm:cxn modelId="{1665C0B0-7FE5-4EA6-A586-28FBA5C058F7}" type="presOf" srcId="{767D6D0B-D738-4E4B-AB93-8D5D08A64073}" destId="{904FC607-B5A6-4334-909F-6A788A7C26E9}" srcOrd="0" destOrd="0" presId="urn:microsoft.com/office/officeart/2005/8/layout/list1"/>
    <dgm:cxn modelId="{E6FD19B4-2CDE-41CE-9E24-DDF32FA3EFF1}" srcId="{48725928-835E-4A3E-A1B4-1E2030184E67}" destId="{00EE5067-519B-4672-B85C-304E8DBD75C6}" srcOrd="1" destOrd="0" parTransId="{2214D7B4-E19F-44EB-B27F-90AE7FE59E35}" sibTransId="{FD426B29-CF52-4559-A3ED-77E14D0DB345}"/>
    <dgm:cxn modelId="{B716A1B9-1818-44D9-BB82-C5CBB62A1FF3}" srcId="{767D6D0B-D738-4E4B-AB93-8D5D08A64073}" destId="{A3FF708D-3AE3-4E34-809A-339C73798C0B}" srcOrd="0" destOrd="0" parTransId="{CFAF841D-5A4D-4889-ADD7-5266C6B04111}" sibTransId="{DA9264C7-DE37-495B-A3F0-58A3D7CD957C}"/>
    <dgm:cxn modelId="{9B3D0CBD-7D87-46A7-B929-AFA8B1C11F11}" type="presOf" srcId="{AE6EAF2C-CA3E-48B6-B4A5-CA8FD0D3CDE0}" destId="{F07961CE-82DB-4FD3-97D6-7ED06B9D631D}" srcOrd="0" destOrd="0" presId="urn:microsoft.com/office/officeart/2005/8/layout/list1"/>
    <dgm:cxn modelId="{9CFE56EC-5DF4-4035-BA69-9938A7237C77}" srcId="{48725928-835E-4A3E-A1B4-1E2030184E67}" destId="{6A20E994-D95B-4D33-8652-A1082A3664A5}" srcOrd="2" destOrd="0" parTransId="{E8D77134-0497-4690-843E-8E658E195AFD}" sibTransId="{6918CA36-A9E8-4DC2-A059-14BEF4B425FE}"/>
    <dgm:cxn modelId="{BF5839F1-A5C9-4316-AA42-7F1E69BC7B2F}" type="presOf" srcId="{6A20E994-D95B-4D33-8652-A1082A3664A5}" destId="{F07961CE-82DB-4FD3-97D6-7ED06B9D631D}" srcOrd="0" destOrd="2" presId="urn:microsoft.com/office/officeart/2005/8/layout/list1"/>
    <dgm:cxn modelId="{C26EEB0F-D576-4067-9930-1DC30265F505}" type="presParOf" srcId="{904FC607-B5A6-4334-909F-6A788A7C26E9}" destId="{E66EA6CC-E68D-4150-A00F-2F40699EEE0B}" srcOrd="0" destOrd="0" presId="urn:microsoft.com/office/officeart/2005/8/layout/list1"/>
    <dgm:cxn modelId="{1A92BC30-E789-443A-A22F-B8206477E2B8}" type="presParOf" srcId="{E66EA6CC-E68D-4150-A00F-2F40699EEE0B}" destId="{B869F711-638D-43F5-A7B4-0C611D0DCF24}" srcOrd="0" destOrd="0" presId="urn:microsoft.com/office/officeart/2005/8/layout/list1"/>
    <dgm:cxn modelId="{393518BC-E9F9-4CC8-B520-F30F0175B92E}" type="presParOf" srcId="{E66EA6CC-E68D-4150-A00F-2F40699EEE0B}" destId="{0412137A-A6CB-4867-BA31-2991589DD031}" srcOrd="1" destOrd="0" presId="urn:microsoft.com/office/officeart/2005/8/layout/list1"/>
    <dgm:cxn modelId="{451BA64B-0CFB-4EB2-8947-B5CDF560F575}" type="presParOf" srcId="{904FC607-B5A6-4334-909F-6A788A7C26E9}" destId="{9FAEF468-AEBA-4E7E-B3EA-52F78BEFD6EF}" srcOrd="1" destOrd="0" presId="urn:microsoft.com/office/officeart/2005/8/layout/list1"/>
    <dgm:cxn modelId="{68A77E97-0C0B-4460-A67C-CFC6D71BFDCE}" type="presParOf" srcId="{904FC607-B5A6-4334-909F-6A788A7C26E9}" destId="{4EA5B313-FB35-4E87-AECD-492A6E28647B}" srcOrd="2" destOrd="0" presId="urn:microsoft.com/office/officeart/2005/8/layout/list1"/>
    <dgm:cxn modelId="{7EEA7EBB-C2AA-4A11-AEEF-899C6BF1E251}" type="presParOf" srcId="{904FC607-B5A6-4334-909F-6A788A7C26E9}" destId="{A41DEE47-BCDA-4CCD-9119-25841370B290}" srcOrd="3" destOrd="0" presId="urn:microsoft.com/office/officeart/2005/8/layout/list1"/>
    <dgm:cxn modelId="{5B0AC896-CF67-407E-B8D7-4C7BF238FC6D}" type="presParOf" srcId="{904FC607-B5A6-4334-909F-6A788A7C26E9}" destId="{0D3DBFD7-5440-4E89-833F-790D156E7FC0}" srcOrd="4" destOrd="0" presId="urn:microsoft.com/office/officeart/2005/8/layout/list1"/>
    <dgm:cxn modelId="{715C9CAC-AE17-4D1A-A57C-F3EC9471C4C0}" type="presParOf" srcId="{0D3DBFD7-5440-4E89-833F-790D156E7FC0}" destId="{6D04654B-4FAE-4739-92B1-B01C5EE554BB}" srcOrd="0" destOrd="0" presId="urn:microsoft.com/office/officeart/2005/8/layout/list1"/>
    <dgm:cxn modelId="{90B61073-30FB-4372-A4E1-39127323A2B7}" type="presParOf" srcId="{0D3DBFD7-5440-4E89-833F-790D156E7FC0}" destId="{C3594AFF-15A8-429F-9825-FC94FFE9A348}" srcOrd="1" destOrd="0" presId="urn:microsoft.com/office/officeart/2005/8/layout/list1"/>
    <dgm:cxn modelId="{FB2F1B38-7140-4746-AE1A-CF343A51771B}" type="presParOf" srcId="{904FC607-B5A6-4334-909F-6A788A7C26E9}" destId="{C8A82AD1-6D4C-47F6-AE8C-808EF0D8DD29}" srcOrd="5" destOrd="0" presId="urn:microsoft.com/office/officeart/2005/8/layout/list1"/>
    <dgm:cxn modelId="{EFFC6D47-59C4-4640-AE05-780E04B1A302}" type="presParOf" srcId="{904FC607-B5A6-4334-909F-6A788A7C26E9}" destId="{F07961CE-82DB-4FD3-97D6-7ED06B9D631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717CEF-92FC-445C-92FE-D3DDEBD07074}">
      <dsp:nvSpPr>
        <dsp:cNvPr id="0" name=""/>
        <dsp:cNvSpPr/>
      </dsp:nvSpPr>
      <dsp:spPr>
        <a:xfrm>
          <a:off x="0" y="2390"/>
          <a:ext cx="6373813" cy="12115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D718FE-1EDB-49E1-99AA-D88CC2D4C84B}">
      <dsp:nvSpPr>
        <dsp:cNvPr id="0" name=""/>
        <dsp:cNvSpPr/>
      </dsp:nvSpPr>
      <dsp:spPr>
        <a:xfrm>
          <a:off x="366481" y="274979"/>
          <a:ext cx="666330" cy="6663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9DEED9-A304-4B76-8A52-B23B6E345218}">
      <dsp:nvSpPr>
        <dsp:cNvPr id="0" name=""/>
        <dsp:cNvSpPr/>
      </dsp:nvSpPr>
      <dsp:spPr>
        <a:xfrm>
          <a:off x="1399293" y="2390"/>
          <a:ext cx="4974520" cy="1211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18" tIns="128218" rIns="128218" bIns="12821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/>
            <a:t>Retailers must balance demand forecasting, pricing, and inventory control</a:t>
          </a:r>
          <a:endParaRPr lang="en-US" sz="2100" kern="1200" dirty="0"/>
        </a:p>
      </dsp:txBody>
      <dsp:txXfrm>
        <a:off x="1399293" y="2390"/>
        <a:ext cx="4974520" cy="1211509"/>
      </dsp:txXfrm>
    </dsp:sp>
    <dsp:sp modelId="{D475372D-EC5C-49CB-905B-73B59C7DE274}">
      <dsp:nvSpPr>
        <dsp:cNvPr id="0" name=""/>
        <dsp:cNvSpPr/>
      </dsp:nvSpPr>
      <dsp:spPr>
        <a:xfrm>
          <a:off x="0" y="1516777"/>
          <a:ext cx="6373813" cy="12115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B1DD27-42AE-4394-A7D1-29CD212E2682}">
      <dsp:nvSpPr>
        <dsp:cNvPr id="0" name=""/>
        <dsp:cNvSpPr/>
      </dsp:nvSpPr>
      <dsp:spPr>
        <a:xfrm>
          <a:off x="366481" y="1789366"/>
          <a:ext cx="666330" cy="6663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E76784-01F5-49BA-8AC9-E3273AFC2AD7}">
      <dsp:nvSpPr>
        <dsp:cNvPr id="0" name=""/>
        <dsp:cNvSpPr/>
      </dsp:nvSpPr>
      <dsp:spPr>
        <a:xfrm>
          <a:off x="1399293" y="1516777"/>
          <a:ext cx="4974520" cy="1211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18" tIns="128218" rIns="128218" bIns="12821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Overstocking increases storage costs and waste</a:t>
          </a:r>
          <a:endParaRPr lang="en-US" sz="2100" kern="1200"/>
        </a:p>
      </dsp:txBody>
      <dsp:txXfrm>
        <a:off x="1399293" y="1516777"/>
        <a:ext cx="4974520" cy="1211509"/>
      </dsp:txXfrm>
    </dsp:sp>
    <dsp:sp modelId="{A823206D-B5D8-4838-875B-C1B48BE7E259}">
      <dsp:nvSpPr>
        <dsp:cNvPr id="0" name=""/>
        <dsp:cNvSpPr/>
      </dsp:nvSpPr>
      <dsp:spPr>
        <a:xfrm>
          <a:off x="0" y="3031163"/>
          <a:ext cx="6373813" cy="12115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684592-1D4F-4FDC-B334-FC24DB255B86}">
      <dsp:nvSpPr>
        <dsp:cNvPr id="0" name=""/>
        <dsp:cNvSpPr/>
      </dsp:nvSpPr>
      <dsp:spPr>
        <a:xfrm>
          <a:off x="366481" y="3303753"/>
          <a:ext cx="666330" cy="6663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75ABED-FB66-4EF2-8161-9E049E325EBA}">
      <dsp:nvSpPr>
        <dsp:cNvPr id="0" name=""/>
        <dsp:cNvSpPr/>
      </dsp:nvSpPr>
      <dsp:spPr>
        <a:xfrm>
          <a:off x="1399293" y="3031163"/>
          <a:ext cx="4974520" cy="1211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18" tIns="128218" rIns="128218" bIns="12821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Understocking results in lost revenue and customer dissatisfaction</a:t>
          </a:r>
          <a:endParaRPr lang="en-US" sz="2100" kern="1200"/>
        </a:p>
      </dsp:txBody>
      <dsp:txXfrm>
        <a:off x="1399293" y="3031163"/>
        <a:ext cx="4974520" cy="1211509"/>
      </dsp:txXfrm>
    </dsp:sp>
    <dsp:sp modelId="{7D4EBB10-737C-4DEE-93D6-4CC9F5BC1295}">
      <dsp:nvSpPr>
        <dsp:cNvPr id="0" name=""/>
        <dsp:cNvSpPr/>
      </dsp:nvSpPr>
      <dsp:spPr>
        <a:xfrm>
          <a:off x="0" y="4545550"/>
          <a:ext cx="6373813" cy="12115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209732-9613-4774-B1DA-7FD4EB8DBAF9}">
      <dsp:nvSpPr>
        <dsp:cNvPr id="0" name=""/>
        <dsp:cNvSpPr/>
      </dsp:nvSpPr>
      <dsp:spPr>
        <a:xfrm>
          <a:off x="366481" y="4818139"/>
          <a:ext cx="666330" cy="6663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459EB4-7748-48A4-BCB5-5344DAE30595}">
      <dsp:nvSpPr>
        <dsp:cNvPr id="0" name=""/>
        <dsp:cNvSpPr/>
      </dsp:nvSpPr>
      <dsp:spPr>
        <a:xfrm>
          <a:off x="1399293" y="4545550"/>
          <a:ext cx="4974520" cy="1211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18" tIns="128218" rIns="128218" bIns="12821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Promotions and competitor pricing add complexity to demand behavior</a:t>
          </a:r>
          <a:endParaRPr lang="en-US" sz="2100" kern="1200"/>
        </a:p>
      </dsp:txBody>
      <dsp:txXfrm>
        <a:off x="1399293" y="4545550"/>
        <a:ext cx="4974520" cy="12115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EB6FE7-8121-4D41-970F-840A11FA178C}">
      <dsp:nvSpPr>
        <dsp:cNvPr id="0" name=""/>
        <dsp:cNvSpPr/>
      </dsp:nvSpPr>
      <dsp:spPr>
        <a:xfrm>
          <a:off x="3730" y="241865"/>
          <a:ext cx="2119649" cy="70392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Demand Dataset</a:t>
          </a:r>
          <a:endParaRPr lang="en-IN" sz="2200" kern="1200" dirty="0"/>
        </a:p>
      </dsp:txBody>
      <dsp:txXfrm>
        <a:off x="24347" y="262482"/>
        <a:ext cx="2078415" cy="662689"/>
      </dsp:txXfrm>
    </dsp:sp>
    <dsp:sp modelId="{7377EB0A-6F9E-4D89-AC0D-2495F13F0DF6}">
      <dsp:nvSpPr>
        <dsp:cNvPr id="0" name=""/>
        <dsp:cNvSpPr/>
      </dsp:nvSpPr>
      <dsp:spPr>
        <a:xfrm>
          <a:off x="215695" y="945789"/>
          <a:ext cx="211964" cy="11994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9497"/>
              </a:lnTo>
              <a:lnTo>
                <a:pt x="211964" y="1199497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71B806-8359-47A0-BFAB-E21A7FBFC596}">
      <dsp:nvSpPr>
        <dsp:cNvPr id="0" name=""/>
        <dsp:cNvSpPr/>
      </dsp:nvSpPr>
      <dsp:spPr>
        <a:xfrm>
          <a:off x="427660" y="1352737"/>
          <a:ext cx="3226211" cy="15850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Historical sales quantities, promotional indicators, and temporal information</a:t>
          </a:r>
          <a:endParaRPr lang="en-IN" sz="2200" kern="1200" dirty="0"/>
        </a:p>
      </dsp:txBody>
      <dsp:txXfrm>
        <a:off x="474086" y="1399163"/>
        <a:ext cx="3133359" cy="1492245"/>
      </dsp:txXfrm>
    </dsp:sp>
    <dsp:sp modelId="{5B3FF412-FD44-4E5C-8602-260C31C08B31}">
      <dsp:nvSpPr>
        <dsp:cNvPr id="0" name=""/>
        <dsp:cNvSpPr/>
      </dsp:nvSpPr>
      <dsp:spPr>
        <a:xfrm>
          <a:off x="4003977" y="241865"/>
          <a:ext cx="2318956" cy="73068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Inventory Dataset</a:t>
          </a:r>
          <a:endParaRPr lang="en-IN" sz="2200" kern="1200" dirty="0"/>
        </a:p>
      </dsp:txBody>
      <dsp:txXfrm>
        <a:off x="4025378" y="263266"/>
        <a:ext cx="2276154" cy="687882"/>
      </dsp:txXfrm>
    </dsp:sp>
    <dsp:sp modelId="{C3C5DF38-805D-4235-838A-CAE103F2F97A}">
      <dsp:nvSpPr>
        <dsp:cNvPr id="0" name=""/>
        <dsp:cNvSpPr/>
      </dsp:nvSpPr>
      <dsp:spPr>
        <a:xfrm>
          <a:off x="4235873" y="972550"/>
          <a:ext cx="231895" cy="12215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21586"/>
              </a:lnTo>
              <a:lnTo>
                <a:pt x="231895" y="1221586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40C0EB-5BEF-480C-B926-34B71DCCB4FB}">
      <dsp:nvSpPr>
        <dsp:cNvPr id="0" name=""/>
        <dsp:cNvSpPr/>
      </dsp:nvSpPr>
      <dsp:spPr>
        <a:xfrm>
          <a:off x="4467768" y="1379498"/>
          <a:ext cx="3177820" cy="16292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Stock levels and reorder point data used to assess inventory risk</a:t>
          </a:r>
          <a:endParaRPr lang="en-IN" sz="2200" kern="1200" dirty="0"/>
        </a:p>
      </dsp:txBody>
      <dsp:txXfrm>
        <a:off x="4515488" y="1427218"/>
        <a:ext cx="3082380" cy="1533836"/>
      </dsp:txXfrm>
    </dsp:sp>
    <dsp:sp modelId="{E3600CDB-5C24-4884-9A13-8F88AC860540}">
      <dsp:nvSpPr>
        <dsp:cNvPr id="0" name=""/>
        <dsp:cNvSpPr/>
      </dsp:nvSpPr>
      <dsp:spPr>
        <a:xfrm>
          <a:off x="8030080" y="241865"/>
          <a:ext cx="2147028" cy="80289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Pricing Dataset</a:t>
          </a:r>
          <a:endParaRPr lang="en-IN" sz="2200" kern="1200" dirty="0"/>
        </a:p>
      </dsp:txBody>
      <dsp:txXfrm>
        <a:off x="8053596" y="265381"/>
        <a:ext cx="2099996" cy="755861"/>
      </dsp:txXfrm>
    </dsp:sp>
    <dsp:sp modelId="{5D37E215-20D1-42FC-B452-DF548D25EFEC}">
      <dsp:nvSpPr>
        <dsp:cNvPr id="0" name=""/>
        <dsp:cNvSpPr/>
      </dsp:nvSpPr>
      <dsp:spPr>
        <a:xfrm>
          <a:off x="8244783" y="1044759"/>
          <a:ext cx="214702" cy="12753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5360"/>
              </a:lnTo>
              <a:lnTo>
                <a:pt x="214702" y="127536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DDAA84-FCB3-432E-8689-2687B3D6ABA6}">
      <dsp:nvSpPr>
        <dsp:cNvPr id="0" name=""/>
        <dsp:cNvSpPr/>
      </dsp:nvSpPr>
      <dsp:spPr>
        <a:xfrm>
          <a:off x="8459486" y="1451707"/>
          <a:ext cx="3193160" cy="17368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Product prices, competitor prices, and discount information used for demand analysis</a:t>
          </a:r>
          <a:endParaRPr lang="en-IN" sz="2200" kern="1200" dirty="0"/>
        </a:p>
      </dsp:txBody>
      <dsp:txXfrm>
        <a:off x="8510356" y="1502577"/>
        <a:ext cx="3091420" cy="16350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2589BF-5AC9-4E6E-B814-7021226E18E8}">
      <dsp:nvSpPr>
        <dsp:cNvPr id="0" name=""/>
        <dsp:cNvSpPr/>
      </dsp:nvSpPr>
      <dsp:spPr>
        <a:xfrm>
          <a:off x="9826" y="672627"/>
          <a:ext cx="2370193" cy="711058"/>
        </a:xfrm>
        <a:prstGeom prst="chevron">
          <a:avLst>
            <a:gd name="adj" fmla="val 3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796" tIns="87796" rIns="87796" bIns="8779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Data Cleaning &amp; Integration</a:t>
          </a:r>
        </a:p>
      </dsp:txBody>
      <dsp:txXfrm>
        <a:off x="223143" y="672627"/>
        <a:ext cx="1943559" cy="711058"/>
      </dsp:txXfrm>
    </dsp:sp>
    <dsp:sp modelId="{9F768B7E-B4AB-4E1A-BE42-368E5DDE86C5}">
      <dsp:nvSpPr>
        <dsp:cNvPr id="0" name=""/>
        <dsp:cNvSpPr/>
      </dsp:nvSpPr>
      <dsp:spPr>
        <a:xfrm>
          <a:off x="9826" y="1383685"/>
          <a:ext cx="2156876" cy="2613645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441" tIns="170441" rIns="170441" bIns="340882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Removed duplicates, standardized numeric columns, handled missing values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Merged demand, inventory, and pricing datasets by Product ID and Store ID</a:t>
          </a:r>
        </a:p>
      </dsp:txBody>
      <dsp:txXfrm>
        <a:off x="9826" y="1383685"/>
        <a:ext cx="2156876" cy="2613645"/>
      </dsp:txXfrm>
    </dsp:sp>
    <dsp:sp modelId="{0DBFB1F2-0FA1-44E7-B1D6-BE362EF2B075}">
      <dsp:nvSpPr>
        <dsp:cNvPr id="0" name=""/>
        <dsp:cNvSpPr/>
      </dsp:nvSpPr>
      <dsp:spPr>
        <a:xfrm>
          <a:off x="2321887" y="672627"/>
          <a:ext cx="2370193" cy="711058"/>
        </a:xfrm>
        <a:prstGeom prst="chevron">
          <a:avLst>
            <a:gd name="adj" fmla="val 30000"/>
          </a:avLst>
        </a:prstGeom>
        <a:solidFill>
          <a:schemeClr val="accent5">
            <a:hueOff val="90002"/>
            <a:satOff val="2173"/>
            <a:lumOff val="-10490"/>
            <a:alphaOff val="0"/>
          </a:schemeClr>
        </a:solidFill>
        <a:ln w="12700" cap="flat" cmpd="sng" algn="ctr">
          <a:solidFill>
            <a:schemeClr val="accent5">
              <a:hueOff val="90002"/>
              <a:satOff val="2173"/>
              <a:lumOff val="-104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796" tIns="87796" rIns="87796" bIns="8779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Feature Engineering</a:t>
          </a:r>
        </a:p>
      </dsp:txBody>
      <dsp:txXfrm>
        <a:off x="2535204" y="672627"/>
        <a:ext cx="1943559" cy="711058"/>
      </dsp:txXfrm>
    </dsp:sp>
    <dsp:sp modelId="{1AFBFCF0-2C81-4E19-A180-9700941E57D1}">
      <dsp:nvSpPr>
        <dsp:cNvPr id="0" name=""/>
        <dsp:cNvSpPr/>
      </dsp:nvSpPr>
      <dsp:spPr>
        <a:xfrm>
          <a:off x="2321887" y="1383685"/>
          <a:ext cx="2156876" cy="2613645"/>
        </a:xfrm>
        <a:prstGeom prst="rect">
          <a:avLst/>
        </a:prstGeom>
        <a:solidFill>
          <a:schemeClr val="accent5">
            <a:tint val="40000"/>
            <a:alpha val="90000"/>
            <a:hueOff val="64975"/>
            <a:satOff val="-2973"/>
            <a:lumOff val="-2055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64975"/>
              <a:satOff val="-2973"/>
              <a:lumOff val="-20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441" tIns="170441" rIns="170441" bIns="340882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Created time-based features: Month, Weekday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Added binary indicator for promotions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Generated lagged sales feature to capture recent trends</a:t>
          </a:r>
        </a:p>
      </dsp:txBody>
      <dsp:txXfrm>
        <a:off x="2321887" y="1383685"/>
        <a:ext cx="2156876" cy="2613645"/>
      </dsp:txXfrm>
    </dsp:sp>
    <dsp:sp modelId="{9EC47C9D-68DC-4288-87F9-C6A7194A291C}">
      <dsp:nvSpPr>
        <dsp:cNvPr id="0" name=""/>
        <dsp:cNvSpPr/>
      </dsp:nvSpPr>
      <dsp:spPr>
        <a:xfrm>
          <a:off x="4633947" y="672627"/>
          <a:ext cx="2370193" cy="711058"/>
        </a:xfrm>
        <a:prstGeom prst="chevron">
          <a:avLst>
            <a:gd name="adj" fmla="val 30000"/>
          </a:avLst>
        </a:prstGeom>
        <a:solidFill>
          <a:schemeClr val="accent5">
            <a:hueOff val="180003"/>
            <a:satOff val="4346"/>
            <a:lumOff val="-20980"/>
            <a:alphaOff val="0"/>
          </a:schemeClr>
        </a:solidFill>
        <a:ln w="12700" cap="flat" cmpd="sng" algn="ctr">
          <a:solidFill>
            <a:schemeClr val="accent5">
              <a:hueOff val="180003"/>
              <a:satOff val="4346"/>
              <a:lumOff val="-209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796" tIns="87796" rIns="87796" bIns="8779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Exploratory Data Analysis (EDA)</a:t>
          </a:r>
        </a:p>
      </dsp:txBody>
      <dsp:txXfrm>
        <a:off x="4847264" y="672627"/>
        <a:ext cx="1943559" cy="711058"/>
      </dsp:txXfrm>
    </dsp:sp>
    <dsp:sp modelId="{23B2DB02-6206-4DB4-8157-D2F8C09B6EAE}">
      <dsp:nvSpPr>
        <dsp:cNvPr id="0" name=""/>
        <dsp:cNvSpPr/>
      </dsp:nvSpPr>
      <dsp:spPr>
        <a:xfrm>
          <a:off x="4633947" y="1383685"/>
          <a:ext cx="2156876" cy="2613645"/>
        </a:xfrm>
        <a:prstGeom prst="rect">
          <a:avLst/>
        </a:prstGeom>
        <a:solidFill>
          <a:schemeClr val="accent5">
            <a:tint val="40000"/>
            <a:alpha val="90000"/>
            <a:hueOff val="129949"/>
            <a:satOff val="-5946"/>
            <a:lumOff val="-411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129949"/>
              <a:satOff val="-5946"/>
              <a:lumOff val="-41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441" tIns="170441" rIns="170441" bIns="340882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Analyzed sales trends over time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Examined inventory distribution across stores and products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Explored price vs. sales relationships and promotional impacts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Correlation analysis to identify key drivers of demand</a:t>
          </a:r>
        </a:p>
      </dsp:txBody>
      <dsp:txXfrm>
        <a:off x="4633947" y="1383685"/>
        <a:ext cx="2156876" cy="2613645"/>
      </dsp:txXfrm>
    </dsp:sp>
    <dsp:sp modelId="{9C32F466-0BB6-46C1-929B-EC0373BB695D}">
      <dsp:nvSpPr>
        <dsp:cNvPr id="0" name=""/>
        <dsp:cNvSpPr/>
      </dsp:nvSpPr>
      <dsp:spPr>
        <a:xfrm>
          <a:off x="6946007" y="672627"/>
          <a:ext cx="2370193" cy="711058"/>
        </a:xfrm>
        <a:prstGeom prst="chevron">
          <a:avLst>
            <a:gd name="adj" fmla="val 30000"/>
          </a:avLst>
        </a:prstGeom>
        <a:solidFill>
          <a:schemeClr val="accent5">
            <a:hueOff val="270005"/>
            <a:satOff val="6519"/>
            <a:lumOff val="-31471"/>
            <a:alphaOff val="0"/>
          </a:schemeClr>
        </a:solidFill>
        <a:ln w="12700" cap="flat" cmpd="sng" algn="ctr">
          <a:solidFill>
            <a:schemeClr val="accent5">
              <a:hueOff val="270005"/>
              <a:satOff val="6519"/>
              <a:lumOff val="-31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796" tIns="87796" rIns="87796" bIns="8779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Predictive Modeling</a:t>
          </a:r>
        </a:p>
      </dsp:txBody>
      <dsp:txXfrm>
        <a:off x="7159324" y="672627"/>
        <a:ext cx="1943559" cy="711058"/>
      </dsp:txXfrm>
    </dsp:sp>
    <dsp:sp modelId="{B4500644-7442-45DB-A3CD-B0F9D49DABA1}">
      <dsp:nvSpPr>
        <dsp:cNvPr id="0" name=""/>
        <dsp:cNvSpPr/>
      </dsp:nvSpPr>
      <dsp:spPr>
        <a:xfrm>
          <a:off x="6946007" y="1383685"/>
          <a:ext cx="2156876" cy="2613645"/>
        </a:xfrm>
        <a:prstGeom prst="rect">
          <a:avLst/>
        </a:prstGeom>
        <a:solidFill>
          <a:schemeClr val="accent5">
            <a:tint val="40000"/>
            <a:alpha val="90000"/>
            <a:hueOff val="194924"/>
            <a:satOff val="-8920"/>
            <a:lumOff val="-6165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194924"/>
              <a:satOff val="-8920"/>
              <a:lumOff val="-61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441" tIns="170441" rIns="170441" bIns="340882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Random Forest Regression to forecast sales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Input features: time, promotions, inventory, pricing, lagged sales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Chronological train-test split to preserve temporal patterns</a:t>
          </a:r>
        </a:p>
      </dsp:txBody>
      <dsp:txXfrm>
        <a:off x="6946007" y="1383685"/>
        <a:ext cx="2156876" cy="2613645"/>
      </dsp:txXfrm>
    </dsp:sp>
    <dsp:sp modelId="{7E50B3E6-F020-48A9-B33A-80979880C2AA}">
      <dsp:nvSpPr>
        <dsp:cNvPr id="0" name=""/>
        <dsp:cNvSpPr/>
      </dsp:nvSpPr>
      <dsp:spPr>
        <a:xfrm>
          <a:off x="9258068" y="672627"/>
          <a:ext cx="2370193" cy="711058"/>
        </a:xfrm>
        <a:prstGeom prst="chevron">
          <a:avLst>
            <a:gd name="adj" fmla="val 30000"/>
          </a:avLst>
        </a:prstGeom>
        <a:solidFill>
          <a:schemeClr val="accent5">
            <a:hueOff val="360006"/>
            <a:satOff val="8692"/>
            <a:lumOff val="-41961"/>
            <a:alphaOff val="0"/>
          </a:schemeClr>
        </a:solidFill>
        <a:ln w="12700" cap="flat" cmpd="sng" algn="ctr">
          <a:solidFill>
            <a:schemeClr val="accent5">
              <a:hueOff val="360006"/>
              <a:satOff val="8692"/>
              <a:lumOff val="-4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796" tIns="87796" rIns="87796" bIns="8779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Evaluation &amp; Insights</a:t>
          </a:r>
        </a:p>
      </dsp:txBody>
      <dsp:txXfrm>
        <a:off x="9471385" y="672627"/>
        <a:ext cx="1943559" cy="711058"/>
      </dsp:txXfrm>
    </dsp:sp>
    <dsp:sp modelId="{820E41B9-6DCA-4F62-8C36-87350B861B2E}">
      <dsp:nvSpPr>
        <dsp:cNvPr id="0" name=""/>
        <dsp:cNvSpPr/>
      </dsp:nvSpPr>
      <dsp:spPr>
        <a:xfrm>
          <a:off x="9258068" y="1383685"/>
          <a:ext cx="2156876" cy="2613645"/>
        </a:xfrm>
        <a:prstGeom prst="rect">
          <a:avLst/>
        </a:prstGeom>
        <a:solidFill>
          <a:schemeClr val="accent5">
            <a:tint val="40000"/>
            <a:alpha val="90000"/>
            <a:hueOff val="259899"/>
            <a:satOff val="-11893"/>
            <a:lumOff val="-822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259899"/>
              <a:satOff val="-11893"/>
              <a:lumOff val="-822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441" tIns="170441" rIns="170441" bIns="340882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Model assessed using MAE, RMSE, R², and MAPE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Feature importance analyzed to identify key demand drivers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Inventory risk and stock status classified for operational insights</a:t>
          </a:r>
        </a:p>
      </dsp:txBody>
      <dsp:txXfrm>
        <a:off x="9258068" y="1383685"/>
        <a:ext cx="2156876" cy="26136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A5B313-FB35-4E87-AECD-492A6E28647B}">
      <dsp:nvSpPr>
        <dsp:cNvPr id="0" name=""/>
        <dsp:cNvSpPr/>
      </dsp:nvSpPr>
      <dsp:spPr>
        <a:xfrm>
          <a:off x="0" y="557724"/>
          <a:ext cx="6373813" cy="239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4679" tIns="416560" rIns="494679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Customer and sales data anonymized for privacy.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Model monitored to prevent bias toward certain products, stores, or segments.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Transparent documentation ensures stakeholder trust.</a:t>
          </a:r>
        </a:p>
      </dsp:txBody>
      <dsp:txXfrm>
        <a:off x="0" y="557724"/>
        <a:ext cx="6373813" cy="2394000"/>
      </dsp:txXfrm>
    </dsp:sp>
    <dsp:sp modelId="{0412137A-A6CB-4867-BA31-2991589DD031}">
      <dsp:nvSpPr>
        <dsp:cNvPr id="0" name=""/>
        <dsp:cNvSpPr/>
      </dsp:nvSpPr>
      <dsp:spPr>
        <a:xfrm>
          <a:off x="318690" y="262524"/>
          <a:ext cx="4461669" cy="5904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640" tIns="0" rIns="16864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Ethical Considerations:</a:t>
          </a:r>
        </a:p>
      </dsp:txBody>
      <dsp:txXfrm>
        <a:off x="347511" y="291345"/>
        <a:ext cx="4404027" cy="532758"/>
      </dsp:txXfrm>
    </dsp:sp>
    <dsp:sp modelId="{F07961CE-82DB-4FD3-97D6-7ED06B9D631D}">
      <dsp:nvSpPr>
        <dsp:cNvPr id="0" name=""/>
        <dsp:cNvSpPr/>
      </dsp:nvSpPr>
      <dsp:spPr>
        <a:xfrm>
          <a:off x="0" y="3354925"/>
          <a:ext cx="6373813" cy="214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4679" tIns="416560" rIns="494679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Merging datasets with differing formats and time intervals.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Limited coverage of external factors (holidays, weather).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Balancing model accuracy with interpretability.</a:t>
          </a:r>
        </a:p>
      </dsp:txBody>
      <dsp:txXfrm>
        <a:off x="0" y="3354925"/>
        <a:ext cx="6373813" cy="2142000"/>
      </dsp:txXfrm>
    </dsp:sp>
    <dsp:sp modelId="{C3594AFF-15A8-429F-9825-FC94FFE9A348}">
      <dsp:nvSpPr>
        <dsp:cNvPr id="0" name=""/>
        <dsp:cNvSpPr/>
      </dsp:nvSpPr>
      <dsp:spPr>
        <a:xfrm>
          <a:off x="318690" y="3059725"/>
          <a:ext cx="4461669" cy="5904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640" tIns="0" rIns="16864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Challenges:</a:t>
          </a:r>
        </a:p>
      </dsp:txBody>
      <dsp:txXfrm>
        <a:off x="347511" y="3088546"/>
        <a:ext cx="4404027" cy="532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6C3E39-46C9-4EB0-BA97-F4A3430A7B7B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B4899E-48C5-4BF9-88D9-DC72BB3952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90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4899E-48C5-4BF9-88D9-DC72BB39528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882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4899E-48C5-4BF9-88D9-DC72BB39528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152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Sunday, October 4,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5494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Sunday, October 4,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63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Sunday, October 4,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64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Sunday, October 4,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5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Sunday, October 4,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80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Sunday, October 4,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9400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Sunday, October 4,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880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Sunday, October 4,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387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Sunday, October 4,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5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Sunday, October 4,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54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Sunday, October 4,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358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Sunday, October 4,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808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13" r:id="rId6"/>
    <p:sldLayoutId id="2147483818" r:id="rId7"/>
    <p:sldLayoutId id="2147483814" r:id="rId8"/>
    <p:sldLayoutId id="2147483815" r:id="rId9"/>
    <p:sldLayoutId id="2147483816" r:id="rId10"/>
    <p:sldLayoutId id="2147483817" r:id="rId11"/>
  </p:sldLayoutIdLst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25E2A7-17C1-BA87-634C-8915C578C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5614" y="549275"/>
            <a:ext cx="3565524" cy="3034657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400" b="1" dirty="0"/>
              <a:t>AI-Driven Retail Optimization: Demand Prediction, Inventory Management</a:t>
            </a:r>
            <a:endParaRPr lang="en-IN" sz="3400" dirty="0"/>
          </a:p>
        </p:txBody>
      </p:sp>
      <p:pic>
        <p:nvPicPr>
          <p:cNvPr id="5" name="Video 4" descr="Box Packages">
            <a:extLst>
              <a:ext uri="{FF2B5EF4-FFF2-40B4-BE49-F238E27FC236}">
                <a16:creationId xmlns:a16="http://schemas.microsoft.com/office/drawing/2014/main" id="{924EFBB1-6206-D375-3196-F3C54C7237E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83"/>
          <a:stretch>
            <a:fillRect/>
          </a:stretch>
        </p:blipFill>
        <p:spPr>
          <a:xfrm>
            <a:off x="550864" y="1473958"/>
            <a:ext cx="6973888" cy="3911670"/>
          </a:xfrm>
          <a:custGeom>
            <a:avLst/>
            <a:gdLst/>
            <a:ahLst/>
            <a:cxnLst/>
            <a:rect l="l" t="t" r="r" b="b"/>
            <a:pathLst>
              <a:path w="6973888" h="5761037">
                <a:moveTo>
                  <a:pt x="0" y="0"/>
                </a:moveTo>
                <a:lnTo>
                  <a:pt x="6973888" y="0"/>
                </a:lnTo>
                <a:lnTo>
                  <a:pt x="6973888" y="5761037"/>
                </a:lnTo>
                <a:lnTo>
                  <a:pt x="0" y="5761037"/>
                </a:lnTo>
                <a:close/>
              </a:path>
            </a:pathLst>
          </a:cu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61B0F92C-925A-4D2E-839E-EB381378C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5000" y="4960218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786A76-FFC3-A9AD-C027-A2FA7F7D8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75613" y="3803406"/>
            <a:ext cx="3565525" cy="2289419"/>
          </a:xfrm>
        </p:spPr>
        <p:txBody>
          <a:bodyPr>
            <a:normAutofit/>
          </a:bodyPr>
          <a:lstStyle/>
          <a:p>
            <a:endParaRPr lang="en-IN" sz="2000" dirty="0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657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8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23F47-9D44-B5C3-825F-D1F17B988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3565525" cy="5543549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Operational Challenges in Retail Management</a:t>
            </a:r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9899A3-416E-4DB5-846D-023526052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0899" y="0"/>
            <a:ext cx="7641102" cy="6858000"/>
          </a:xfrm>
          <a:prstGeom prst="rect">
            <a:avLst/>
          </a:prstGeom>
          <a:solidFill>
            <a:schemeClr val="bg2">
              <a:lumMod val="10000"/>
              <a:lumOff val="9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Rectangle 1">
            <a:extLst>
              <a:ext uri="{FF2B5EF4-FFF2-40B4-BE49-F238E27FC236}">
                <a16:creationId xmlns:a16="http://schemas.microsoft.com/office/drawing/2014/main" id="{23BCD6C8-2DC8-4A53-EA37-6C63A68570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2957296"/>
              </p:ext>
            </p:extLst>
          </p:nvPr>
        </p:nvGraphicFramePr>
        <p:xfrm>
          <a:off x="5267325" y="549275"/>
          <a:ext cx="6373814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2676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>
            <a:extLst>
              <a:ext uri="{FF2B5EF4-FFF2-40B4-BE49-F238E27FC236}">
                <a16:creationId xmlns:a16="http://schemas.microsoft.com/office/drawing/2014/main" id="{052E064F-F035-D9BF-24C9-3B715F807DCB}"/>
              </a:ext>
            </a:extLst>
          </p:cNvPr>
          <p:cNvSpPr/>
          <p:nvPr/>
        </p:nvSpPr>
        <p:spPr>
          <a:xfrm>
            <a:off x="144566" y="218694"/>
            <a:ext cx="1087743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latin typeface="Syne Bold" pitchFamily="34" charset="0"/>
                <a:ea typeface="Syne Bold" pitchFamily="34" charset="-122"/>
                <a:cs typeface="Syne Bold" pitchFamily="34" charset="-120"/>
              </a:rPr>
              <a:t>Project Objectives: Unlocking Retail Insights</a:t>
            </a:r>
            <a:endParaRPr lang="en-US" sz="3550" dirty="0"/>
          </a:p>
        </p:txBody>
      </p:sp>
      <p:sp>
        <p:nvSpPr>
          <p:cNvPr id="53" name="Shape 2">
            <a:extLst>
              <a:ext uri="{FF2B5EF4-FFF2-40B4-BE49-F238E27FC236}">
                <a16:creationId xmlns:a16="http://schemas.microsoft.com/office/drawing/2014/main" id="{203AE21E-4DC8-AB7B-FDF6-64CAE6C4038F}"/>
              </a:ext>
            </a:extLst>
          </p:cNvPr>
          <p:cNvSpPr/>
          <p:nvPr/>
        </p:nvSpPr>
        <p:spPr>
          <a:xfrm>
            <a:off x="144566" y="2086845"/>
            <a:ext cx="3878794" cy="45719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3">
            <a:extLst>
              <a:ext uri="{FF2B5EF4-FFF2-40B4-BE49-F238E27FC236}">
                <a16:creationId xmlns:a16="http://schemas.microsoft.com/office/drawing/2014/main" id="{24BB9580-460F-6BF9-42B6-9376FD739F1A}"/>
              </a:ext>
            </a:extLst>
          </p:cNvPr>
          <p:cNvSpPr/>
          <p:nvPr/>
        </p:nvSpPr>
        <p:spPr>
          <a:xfrm>
            <a:off x="144566" y="1641244"/>
            <a:ext cx="3275927" cy="322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Syne Bold" pitchFamily="34" charset="0"/>
                <a:ea typeface="Syne Bold" pitchFamily="34" charset="-122"/>
                <a:cs typeface="Syne Bold" pitchFamily="34" charset="-120"/>
              </a:rPr>
              <a:t>Analyze Sales Patterns</a:t>
            </a:r>
            <a:endParaRPr lang="en-US" sz="2200" dirty="0"/>
          </a:p>
        </p:txBody>
      </p:sp>
      <p:sp>
        <p:nvSpPr>
          <p:cNvPr id="55" name="Text 4">
            <a:extLst>
              <a:ext uri="{FF2B5EF4-FFF2-40B4-BE49-F238E27FC236}">
                <a16:creationId xmlns:a16="http://schemas.microsoft.com/office/drawing/2014/main" id="{8ECAB3F9-E3F0-7DE4-802C-0AE1173F9754}"/>
              </a:ext>
            </a:extLst>
          </p:cNvPr>
          <p:cNvSpPr/>
          <p:nvPr/>
        </p:nvSpPr>
        <p:spPr>
          <a:xfrm>
            <a:off x="144566" y="2259068"/>
            <a:ext cx="3878794" cy="66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Examine historical sales and seasonality to understand trends.</a:t>
            </a:r>
            <a:endParaRPr lang="en-US" sz="1750" dirty="0"/>
          </a:p>
        </p:txBody>
      </p:sp>
      <p:sp>
        <p:nvSpPr>
          <p:cNvPr id="57" name="Shape 6">
            <a:extLst>
              <a:ext uri="{FF2B5EF4-FFF2-40B4-BE49-F238E27FC236}">
                <a16:creationId xmlns:a16="http://schemas.microsoft.com/office/drawing/2014/main" id="{9088F538-993A-8291-3171-A229F676A0C3}"/>
              </a:ext>
            </a:extLst>
          </p:cNvPr>
          <p:cNvSpPr/>
          <p:nvPr/>
        </p:nvSpPr>
        <p:spPr>
          <a:xfrm>
            <a:off x="4263807" y="2086845"/>
            <a:ext cx="3771590" cy="45719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8">
            <a:extLst>
              <a:ext uri="{FF2B5EF4-FFF2-40B4-BE49-F238E27FC236}">
                <a16:creationId xmlns:a16="http://schemas.microsoft.com/office/drawing/2014/main" id="{0AE0C080-A414-8B45-623C-AE75E37A804D}"/>
              </a:ext>
            </a:extLst>
          </p:cNvPr>
          <p:cNvSpPr/>
          <p:nvPr/>
        </p:nvSpPr>
        <p:spPr>
          <a:xfrm>
            <a:off x="4263807" y="2305062"/>
            <a:ext cx="3771590" cy="633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Quantify how pricing and promotions influence customer demand.</a:t>
            </a:r>
            <a:endParaRPr lang="en-US" sz="1750" dirty="0"/>
          </a:p>
        </p:txBody>
      </p:sp>
      <p:sp>
        <p:nvSpPr>
          <p:cNvPr id="61" name="Shape 10">
            <a:extLst>
              <a:ext uri="{FF2B5EF4-FFF2-40B4-BE49-F238E27FC236}">
                <a16:creationId xmlns:a16="http://schemas.microsoft.com/office/drawing/2014/main" id="{27F7EA21-36C8-20BE-52D1-4B3DEE427725}"/>
              </a:ext>
            </a:extLst>
          </p:cNvPr>
          <p:cNvSpPr/>
          <p:nvPr/>
        </p:nvSpPr>
        <p:spPr>
          <a:xfrm>
            <a:off x="8275844" y="2086845"/>
            <a:ext cx="3771590" cy="45719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11">
            <a:extLst>
              <a:ext uri="{FF2B5EF4-FFF2-40B4-BE49-F238E27FC236}">
                <a16:creationId xmlns:a16="http://schemas.microsoft.com/office/drawing/2014/main" id="{81890A14-C235-6E6F-A671-E27E75CFE9BB}"/>
              </a:ext>
            </a:extLst>
          </p:cNvPr>
          <p:cNvSpPr/>
          <p:nvPr/>
        </p:nvSpPr>
        <p:spPr>
          <a:xfrm>
            <a:off x="8375965" y="1643582"/>
            <a:ext cx="3239640" cy="316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Syne Bold" pitchFamily="34" charset="0"/>
                <a:ea typeface="Syne Bold" pitchFamily="34" charset="-122"/>
                <a:cs typeface="Syne Bold" pitchFamily="34" charset="-120"/>
              </a:rPr>
              <a:t>Identify Inventory Risks</a:t>
            </a:r>
            <a:endParaRPr lang="en-US" sz="2200" dirty="0"/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3E27AD37-9BF9-B58F-D435-1662FF1896BD}"/>
              </a:ext>
            </a:extLst>
          </p:cNvPr>
          <p:cNvSpPr/>
          <p:nvPr/>
        </p:nvSpPr>
        <p:spPr>
          <a:xfrm>
            <a:off x="8275844" y="2259069"/>
            <a:ext cx="3771590" cy="648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Pinpoint overstock and stockout risks across products and stores.</a:t>
            </a:r>
            <a:endParaRPr lang="en-US" sz="1750" dirty="0"/>
          </a:p>
        </p:txBody>
      </p:sp>
      <p:sp>
        <p:nvSpPr>
          <p:cNvPr id="66" name="Text 15">
            <a:extLst>
              <a:ext uri="{FF2B5EF4-FFF2-40B4-BE49-F238E27FC236}">
                <a16:creationId xmlns:a16="http://schemas.microsoft.com/office/drawing/2014/main" id="{DBE103C0-7740-C85A-5C1F-C497690E335D}"/>
              </a:ext>
            </a:extLst>
          </p:cNvPr>
          <p:cNvSpPr/>
          <p:nvPr/>
        </p:nvSpPr>
        <p:spPr>
          <a:xfrm>
            <a:off x="1002316" y="3742720"/>
            <a:ext cx="45969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Syne Bold" pitchFamily="34" charset="0"/>
                <a:ea typeface="Syne Bold" pitchFamily="34" charset="-122"/>
                <a:cs typeface="Syne Bold" pitchFamily="34" charset="-120"/>
              </a:rPr>
              <a:t>Develop Prediction Model</a:t>
            </a:r>
            <a:endParaRPr lang="en-US" sz="2200" dirty="0"/>
          </a:p>
        </p:txBody>
      </p:sp>
      <p:sp>
        <p:nvSpPr>
          <p:cNvPr id="67" name="Text 16">
            <a:extLst>
              <a:ext uri="{FF2B5EF4-FFF2-40B4-BE49-F238E27FC236}">
                <a16:creationId xmlns:a16="http://schemas.microsoft.com/office/drawing/2014/main" id="{ED4034A1-0053-6B30-0816-BAA5E286E192}"/>
              </a:ext>
            </a:extLst>
          </p:cNvPr>
          <p:cNvSpPr/>
          <p:nvPr/>
        </p:nvSpPr>
        <p:spPr>
          <a:xfrm>
            <a:off x="1002316" y="4266113"/>
            <a:ext cx="51881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Create a baseline machine learning model for demand forecasting.</a:t>
            </a:r>
            <a:endParaRPr lang="en-US" sz="1750" dirty="0"/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8D15010E-3DF9-4A63-9911-D69ABA585D10}"/>
              </a:ext>
            </a:extLst>
          </p:cNvPr>
          <p:cNvSpPr/>
          <p:nvPr/>
        </p:nvSpPr>
        <p:spPr>
          <a:xfrm>
            <a:off x="6497240" y="3753912"/>
            <a:ext cx="44965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Syne Bold" pitchFamily="34" charset="0"/>
                <a:ea typeface="Syne Bold" pitchFamily="34" charset="-122"/>
                <a:cs typeface="Syne Bold" pitchFamily="34" charset="-120"/>
              </a:rPr>
              <a:t>Generate Actionable Insights</a:t>
            </a:r>
            <a:endParaRPr lang="en-US" sz="2200" dirty="0"/>
          </a:p>
        </p:txBody>
      </p:sp>
      <p:sp>
        <p:nvSpPr>
          <p:cNvPr id="71" name="Text 20">
            <a:extLst>
              <a:ext uri="{FF2B5EF4-FFF2-40B4-BE49-F238E27FC236}">
                <a16:creationId xmlns:a16="http://schemas.microsoft.com/office/drawing/2014/main" id="{FED41E00-A7AF-FA92-C401-229B23DC67B9}"/>
              </a:ext>
            </a:extLst>
          </p:cNvPr>
          <p:cNvSpPr/>
          <p:nvPr/>
        </p:nvSpPr>
        <p:spPr>
          <a:xfrm>
            <a:off x="6497240" y="4277305"/>
            <a:ext cx="4603576" cy="919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 dirty="0"/>
              <a:t>Generate insights to support demand forecasting </a:t>
            </a:r>
          </a:p>
          <a:p>
            <a:r>
              <a:rPr lang="en-US" sz="1600" dirty="0"/>
              <a:t>and inventory management</a:t>
            </a:r>
          </a:p>
        </p:txBody>
      </p:sp>
      <p:sp>
        <p:nvSpPr>
          <p:cNvPr id="72" name="Shape 6">
            <a:extLst>
              <a:ext uri="{FF2B5EF4-FFF2-40B4-BE49-F238E27FC236}">
                <a16:creationId xmlns:a16="http://schemas.microsoft.com/office/drawing/2014/main" id="{D48E24E9-BCF0-B676-54C7-32C8E71859BD}"/>
              </a:ext>
            </a:extLst>
          </p:cNvPr>
          <p:cNvSpPr/>
          <p:nvPr/>
        </p:nvSpPr>
        <p:spPr>
          <a:xfrm>
            <a:off x="6441030" y="4169914"/>
            <a:ext cx="4496513" cy="45719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6">
            <a:extLst>
              <a:ext uri="{FF2B5EF4-FFF2-40B4-BE49-F238E27FC236}">
                <a16:creationId xmlns:a16="http://schemas.microsoft.com/office/drawing/2014/main" id="{DBB6164D-4441-1C85-92EB-BBF43ED232F9}"/>
              </a:ext>
            </a:extLst>
          </p:cNvPr>
          <p:cNvSpPr/>
          <p:nvPr/>
        </p:nvSpPr>
        <p:spPr>
          <a:xfrm>
            <a:off x="1002316" y="4142269"/>
            <a:ext cx="4321462" cy="45719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A3230CFD-BE43-09A0-6A71-BB2BD8EBE5A5}"/>
              </a:ext>
            </a:extLst>
          </p:cNvPr>
          <p:cNvSpPr/>
          <p:nvPr/>
        </p:nvSpPr>
        <p:spPr>
          <a:xfrm>
            <a:off x="4278409" y="1673288"/>
            <a:ext cx="3239640" cy="316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Syne Bold" pitchFamily="34" charset="0"/>
                <a:ea typeface="Syne Bold" pitchFamily="34" charset="-122"/>
                <a:cs typeface="Syne Bold" pitchFamily="34" charset="-120"/>
              </a:rPr>
              <a:t>Pricing &amp; Promotion Impacts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233996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3C77C7-2694-6027-B69E-2B62CA367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7308850" cy="986400"/>
          </a:xfrm>
        </p:spPr>
        <p:txBody>
          <a:bodyPr wrap="square" anchor="ctr">
            <a:normAutofit/>
          </a:bodyPr>
          <a:lstStyle/>
          <a:p>
            <a:r>
              <a:rPr lang="en-IN" sz="4400" dirty="0"/>
              <a:t>Data Sources and Integration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392DC7-0988-443B-A0D0-E726C7DB6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83435"/>
            <a:ext cx="12192000" cy="4774564"/>
          </a:xfrm>
          <a:prstGeom prst="rect">
            <a:avLst/>
          </a:prstGeom>
          <a:solidFill>
            <a:schemeClr val="bg2">
              <a:lumMod val="10000"/>
              <a:lumOff val="9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3842070-D644-0F81-8FF8-9AEDA35E43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5091041"/>
              </p:ext>
            </p:extLst>
          </p:nvPr>
        </p:nvGraphicFramePr>
        <p:xfrm>
          <a:off x="441134" y="2083434"/>
          <a:ext cx="11656377" cy="34303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A72F056-C15C-187E-CF62-F70D24CF1E19}"/>
              </a:ext>
            </a:extLst>
          </p:cNvPr>
          <p:cNvSpPr txBox="1"/>
          <p:nvPr/>
        </p:nvSpPr>
        <p:spPr>
          <a:xfrm>
            <a:off x="441134" y="5440352"/>
            <a:ext cx="11153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All datasets were cleaned, standardized, and integrated using Product ID and Store ID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The resulting dataset provides a unified view of demand, inventory, and pricing factors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8281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54D51-EA65-BF93-2630-8CF9F5779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281" y="598139"/>
            <a:ext cx="10809864" cy="986400"/>
          </a:xfrm>
        </p:spPr>
        <p:txBody>
          <a:bodyPr wrap="square" anchor="ctr">
            <a:normAutofit fontScale="90000"/>
          </a:bodyPr>
          <a:lstStyle/>
          <a:p>
            <a:r>
              <a:rPr lang="en-IN" dirty="0"/>
              <a:t>Analysis Workflow </a:t>
            </a:r>
            <a:r>
              <a:rPr lang="en-IN"/>
              <a:t>– From Data </a:t>
            </a:r>
            <a:r>
              <a:rPr lang="en-IN" dirty="0"/>
              <a:t>to Decisions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392DC7-0988-443B-A0D0-E726C7DB6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83435"/>
            <a:ext cx="12192000" cy="4774564"/>
          </a:xfrm>
          <a:prstGeom prst="rect">
            <a:avLst/>
          </a:prstGeom>
          <a:solidFill>
            <a:schemeClr val="bg2">
              <a:lumMod val="10000"/>
              <a:lumOff val="9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Content Placeholder 8">
            <a:extLst>
              <a:ext uri="{FF2B5EF4-FFF2-40B4-BE49-F238E27FC236}">
                <a16:creationId xmlns:a16="http://schemas.microsoft.com/office/drawing/2014/main" id="{B770C268-2750-303C-DBAA-424BC5F7AE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0593621"/>
              </p:ext>
            </p:extLst>
          </p:nvPr>
        </p:nvGraphicFramePr>
        <p:xfrm>
          <a:off x="249110" y="1886290"/>
          <a:ext cx="11638089" cy="46699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6999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F6D0D-C582-B14D-935D-3BB983E81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Sales Trend &amp; Inventory Insights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00293328-C8EC-4015-5AF6-72948CA281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3" y="1798320"/>
            <a:ext cx="5435600" cy="3261359"/>
          </a:xfr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01A33956-C4C8-0C69-8F5C-46D3CDFF12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539" y="1798320"/>
            <a:ext cx="5435600" cy="3261359"/>
          </a:xfrm>
        </p:spPr>
      </p:pic>
      <p:sp>
        <p:nvSpPr>
          <p:cNvPr id="22" name="Text 2">
            <a:extLst>
              <a:ext uri="{FF2B5EF4-FFF2-40B4-BE49-F238E27FC236}">
                <a16:creationId xmlns:a16="http://schemas.microsoft.com/office/drawing/2014/main" id="{5D6F0FC4-6DDE-7993-D48D-7593902D9293}"/>
              </a:ext>
            </a:extLst>
          </p:cNvPr>
          <p:cNvSpPr/>
          <p:nvPr/>
        </p:nvSpPr>
        <p:spPr>
          <a:xfrm>
            <a:off x="705572" y="5215980"/>
            <a:ext cx="4992529" cy="52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50"/>
              </a:lnSpc>
            </a:pPr>
            <a:r>
              <a:rPr lang="en-US" sz="1400" dirty="0">
                <a:ea typeface="Inter" pitchFamily="34" charset="-122"/>
                <a:cs typeface="Inter" pitchFamily="34" charset="-120"/>
              </a:rPr>
              <a:t>Figure 1. </a:t>
            </a:r>
            <a:r>
              <a:rPr lang="en-IN" sz="1400" dirty="0"/>
              <a:t>Total Sales Trend Over Time</a:t>
            </a:r>
            <a:endParaRPr lang="en-US" sz="1400" dirty="0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EB7FB03A-00A1-24A3-49D3-CD97755C079A}"/>
              </a:ext>
            </a:extLst>
          </p:cNvPr>
          <p:cNvSpPr/>
          <p:nvPr/>
        </p:nvSpPr>
        <p:spPr>
          <a:xfrm>
            <a:off x="6648608" y="5215980"/>
            <a:ext cx="4992529" cy="52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50"/>
              </a:lnSpc>
            </a:pPr>
            <a:r>
              <a:rPr lang="en-US" sz="1200" dirty="0"/>
              <a:t>Figure 2. Inventory Levels Across Stores</a:t>
            </a:r>
          </a:p>
        </p:txBody>
      </p:sp>
    </p:spTree>
    <p:extLst>
      <p:ext uri="{BB962C8B-B14F-4D97-AF65-F5344CB8AC3E}">
        <p14:creationId xmlns:p14="http://schemas.microsoft.com/office/powerpoint/2010/main" val="3070632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ED5C7-2F14-5C7C-EC36-13C0666C8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0FEBC-651C-8D22-52D8-2C28CDD33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Pricing &amp; Promotion Effects</a:t>
            </a: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34914391-7740-B1B4-4267-29F1714A3D6F}"/>
              </a:ext>
            </a:extLst>
          </p:cNvPr>
          <p:cNvSpPr/>
          <p:nvPr/>
        </p:nvSpPr>
        <p:spPr>
          <a:xfrm>
            <a:off x="772398" y="5778177"/>
            <a:ext cx="4992529" cy="52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050"/>
              </a:lnSpc>
            </a:pPr>
            <a:r>
              <a:rPr lang="en-US" sz="1400" dirty="0">
                <a:ea typeface="Inter" pitchFamily="34" charset="-122"/>
                <a:cs typeface="Inter" pitchFamily="34" charset="-120"/>
              </a:rPr>
              <a:t>Figure 3. Price Compared to Sales Quantity</a:t>
            </a: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1290A6BB-920D-AE00-3E01-23134D520B32}"/>
              </a:ext>
            </a:extLst>
          </p:cNvPr>
          <p:cNvSpPr/>
          <p:nvPr/>
        </p:nvSpPr>
        <p:spPr>
          <a:xfrm>
            <a:off x="6870143" y="5820542"/>
            <a:ext cx="4992529" cy="52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050"/>
              </a:lnSpc>
            </a:pPr>
            <a:r>
              <a:rPr lang="en-US" sz="1400" dirty="0"/>
              <a:t>Figure 4. Average Sales with and without Promotions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0D7BD3-C207-778D-508A-EB836C18DDE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3" y="2071085"/>
            <a:ext cx="5435600" cy="3623733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7254E02-2840-D74E-0DDE-C7F2430CA8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072" y="2071085"/>
            <a:ext cx="5435600" cy="3623733"/>
          </a:xfrm>
        </p:spPr>
      </p:pic>
    </p:spTree>
    <p:extLst>
      <p:ext uri="{BB962C8B-B14F-4D97-AF65-F5344CB8AC3E}">
        <p14:creationId xmlns:p14="http://schemas.microsoft.com/office/powerpoint/2010/main" val="3118248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B50F6E9-DFE9-6440-0C05-01CFEFB5B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80363"/>
            <a:ext cx="5437188" cy="1333055"/>
          </a:xfrm>
        </p:spPr>
        <p:txBody>
          <a:bodyPr vert="horz" wrap="square" lIns="0" tIns="0" rIns="0" bIns="0" rtlCol="0" anchor="t" anchorCtr="0">
            <a:normAutofit/>
          </a:bodyPr>
          <a:lstStyle/>
          <a:p>
            <a:r>
              <a:rPr lang="en-US"/>
              <a:t>Correlation Analysis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0342557-9691-41B1-9FFF-027845ED0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0971" y="1982786"/>
            <a:ext cx="734257" cy="760506"/>
            <a:chOff x="5243759" y="1363788"/>
            <a:chExt cx="734257" cy="760506"/>
          </a:xfrm>
        </p:grpSpPr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086D6FFF-B330-42B3-9F1F-607CECF8D9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8D054D43-E740-4CA9-8197-85FBE2ECC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CB5EB56C-B805-41B2-88BA-B198E68E6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79BD61C-9E91-4CDA-1F1D-8D6958050B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45" y="1529011"/>
            <a:ext cx="4724795" cy="3779838"/>
          </a:xfrm>
          <a:custGeom>
            <a:avLst/>
            <a:gdLst/>
            <a:ahLst/>
            <a:cxnLst/>
            <a:rect l="l" t="t" r="r" b="b"/>
            <a:pathLst>
              <a:path w="5773738" h="3779838">
                <a:moveTo>
                  <a:pt x="0" y="0"/>
                </a:moveTo>
                <a:lnTo>
                  <a:pt x="5773738" y="0"/>
                </a:lnTo>
                <a:lnTo>
                  <a:pt x="5773738" y="3779838"/>
                </a:lnTo>
                <a:lnTo>
                  <a:pt x="0" y="3779838"/>
                </a:lnTo>
                <a:close/>
              </a:path>
            </a:pathLst>
          </a:custGeom>
        </p:spPr>
      </p:pic>
      <p:sp>
        <p:nvSpPr>
          <p:cNvPr id="15" name="Rectangle 2">
            <a:extLst>
              <a:ext uri="{FF2B5EF4-FFF2-40B4-BE49-F238E27FC236}">
                <a16:creationId xmlns:a16="http://schemas.microsoft.com/office/drawing/2014/main" id="{CEBBB419-BA66-20A9-FD08-58D18740ED6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305054" y="1529011"/>
            <a:ext cx="5886945" cy="4023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lvl="0" fontAlgn="base">
              <a:spcBef>
                <a:spcPct val="0"/>
              </a:spcBef>
            </a:pPr>
            <a:r>
              <a:rPr lang="en-US" altLang="en-US" dirty="0">
                <a:solidFill>
                  <a:srgbClr val="FFFFFF"/>
                </a:solidFill>
              </a:rPr>
              <a:t>Examined relationships between sales, inventory, pricing, and promotions</a:t>
            </a:r>
          </a:p>
          <a:p>
            <a:pPr marL="0" lvl="0" fontAlgn="base">
              <a:spcBef>
                <a:spcPct val="0"/>
              </a:spcBef>
            </a:pPr>
            <a:r>
              <a:rPr lang="en-US" altLang="en-US" dirty="0">
                <a:solidFill>
                  <a:srgbClr val="FFFFFF"/>
                </a:solidFill>
              </a:rPr>
              <a:t>Positive correlation observed between sales and stock levels</a:t>
            </a:r>
          </a:p>
          <a:p>
            <a:pPr marL="0" lvl="0" fontAlgn="base">
              <a:spcBef>
                <a:spcPct val="0"/>
              </a:spcBef>
            </a:pPr>
            <a:r>
              <a:rPr lang="en-US" altLang="en-US" dirty="0">
                <a:solidFill>
                  <a:srgbClr val="FFFFFF"/>
                </a:solidFill>
              </a:rPr>
              <a:t>Negative correlation observed between sales and price</a:t>
            </a:r>
          </a:p>
          <a:p>
            <a:pPr marL="0" lvl="0" fontAlgn="base">
              <a:spcBef>
                <a:spcPct val="0"/>
              </a:spcBef>
            </a:pPr>
            <a:r>
              <a:rPr lang="en-US" altLang="en-US" dirty="0">
                <a:solidFill>
                  <a:srgbClr val="FFFFFF"/>
                </a:solidFill>
              </a:rPr>
              <a:t>Highlights key drivers of demand and areas for operational focus</a:t>
            </a:r>
          </a:p>
          <a:p>
            <a:pPr marL="0" marR="0" lvl="0" fontAlgn="base">
              <a:spcBef>
                <a:spcPct val="0"/>
              </a:spcBef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5275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6" name="Rectangle 155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3EF7C23-3941-6844-1981-F15814B91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80363"/>
            <a:ext cx="5437188" cy="1333055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dirty="0"/>
              <a:t>Demand Forecasting Model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11F8F457-0192-4F9A-9EEF-D784521FA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102932" y="412017"/>
            <a:ext cx="667800" cy="631474"/>
            <a:chOff x="8069541" y="1262702"/>
            <a:chExt cx="667800" cy="631474"/>
          </a:xfrm>
        </p:grpSpPr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811A27EA-330C-4F31-9051-19CBAE9788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>
              <a:off x="8069541" y="1262702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10200000" scaled="0"/>
            </a:gradFill>
            <a:ln>
              <a:noFill/>
            </a:ln>
            <a:effectLst>
              <a:innerShdw blurRad="127000" dist="50800" dir="42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786FC59F-EC76-4A7A-AF75-507FBE3B5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8332341" y="1436239"/>
              <a:ext cx="270000" cy="540000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F7F3A930-7763-FA94-AD59-13602301D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5" r="-2" b="1327"/>
          <a:stretch>
            <a:fillRect/>
          </a:stretch>
        </p:blipFill>
        <p:spPr>
          <a:xfrm>
            <a:off x="550863" y="2530474"/>
            <a:ext cx="5773738" cy="3779838"/>
          </a:xfrm>
          <a:custGeom>
            <a:avLst/>
            <a:gdLst/>
            <a:ahLst/>
            <a:cxnLst/>
            <a:rect l="l" t="t" r="r" b="b"/>
            <a:pathLst>
              <a:path w="5773738" h="3779838">
                <a:moveTo>
                  <a:pt x="0" y="0"/>
                </a:moveTo>
                <a:lnTo>
                  <a:pt x="5773738" y="0"/>
                </a:lnTo>
                <a:lnTo>
                  <a:pt x="5773738" y="3779838"/>
                </a:lnTo>
                <a:lnTo>
                  <a:pt x="0" y="3779838"/>
                </a:lnTo>
                <a:close/>
              </a:path>
            </a:pathLst>
          </a:cu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9376B6-12EE-FDCB-F7F8-A6540EFF2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0575" y="1520825"/>
            <a:ext cx="4500562" cy="4572000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rgbClr val="FFFFFF"/>
                </a:solidFill>
              </a:rPr>
              <a:t>Random Forest Regression model was built  to forecast sales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rgbClr val="FFFFFF"/>
                </a:solidFill>
              </a:rPr>
              <a:t>Captures non-linear relationships and feature interactions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rgbClr val="FFFFFF"/>
                </a:solidFill>
              </a:rPr>
              <a:t>Input features includes,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rgbClr val="FFFFFF"/>
                </a:solidFill>
              </a:rPr>
              <a:t>Time: Month, Weekday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rgbClr val="FFFFFF"/>
                </a:solidFill>
              </a:rPr>
              <a:t>Promotions: Binary indicator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rgbClr val="FFFFFF"/>
                </a:solidFill>
              </a:rPr>
              <a:t>Inventory metrics: Stock levels, Reorder points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rgbClr val="FFFFFF"/>
                </a:solidFill>
              </a:rPr>
              <a:t>Pricing: Price, Competitor Prices, Discounts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rgbClr val="FFFFFF"/>
                </a:solidFill>
              </a:rPr>
              <a:t>Lagged sales to capture recent trends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rgbClr val="FFFFFF"/>
                </a:solidFill>
              </a:rPr>
              <a:t>Chronological train-test split ensures temporal integrity</a:t>
            </a:r>
            <a:endParaRPr lang="en-IN" sz="1500" dirty="0">
              <a:solidFill>
                <a:srgbClr val="FFFFFF"/>
              </a:solidFill>
            </a:endParaRPr>
          </a:p>
        </p:txBody>
      </p:sp>
      <p:sp>
        <p:nvSpPr>
          <p:cNvPr id="158" name="Freeform: Shape 157">
            <a:extLst>
              <a:ext uri="{FF2B5EF4-FFF2-40B4-BE49-F238E27FC236}">
                <a16:creationId xmlns:a16="http://schemas.microsoft.com/office/drawing/2014/main" id="{3E6AA126-9DDC-4FBE-AEE6-8D0E982B0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2295" y="6121100"/>
            <a:ext cx="1080000" cy="736900"/>
          </a:xfrm>
          <a:custGeom>
            <a:avLst/>
            <a:gdLst>
              <a:gd name="connsiteX0" fmla="*/ 540000 w 1080000"/>
              <a:gd name="connsiteY0" fmla="*/ 0 h 736900"/>
              <a:gd name="connsiteX1" fmla="*/ 1080000 w 1080000"/>
              <a:gd name="connsiteY1" fmla="*/ 540000 h 736900"/>
              <a:gd name="connsiteX2" fmla="*/ 1069029 w 1080000"/>
              <a:gd name="connsiteY2" fmla="*/ 648829 h 736900"/>
              <a:gd name="connsiteX3" fmla="*/ 1041691 w 1080000"/>
              <a:gd name="connsiteY3" fmla="*/ 736900 h 736900"/>
              <a:gd name="connsiteX4" fmla="*/ 38310 w 1080000"/>
              <a:gd name="connsiteY4" fmla="*/ 736900 h 736900"/>
              <a:gd name="connsiteX5" fmla="*/ 10971 w 1080000"/>
              <a:gd name="connsiteY5" fmla="*/ 648829 h 736900"/>
              <a:gd name="connsiteX6" fmla="*/ 0 w 1080000"/>
              <a:gd name="connsiteY6" fmla="*/ 540000 h 736900"/>
              <a:gd name="connsiteX7" fmla="*/ 540000 w 1080000"/>
              <a:gd name="connsiteY7" fmla="*/ 0 h 73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0000" h="736900">
                <a:moveTo>
                  <a:pt x="540000" y="0"/>
                </a:moveTo>
                <a:cubicBezTo>
                  <a:pt x="838234" y="0"/>
                  <a:pt x="1080000" y="241766"/>
                  <a:pt x="1080000" y="540000"/>
                </a:cubicBezTo>
                <a:cubicBezTo>
                  <a:pt x="1080000" y="577280"/>
                  <a:pt x="1076223" y="613676"/>
                  <a:pt x="1069029" y="648829"/>
                </a:cubicBezTo>
                <a:lnTo>
                  <a:pt x="1041691" y="736900"/>
                </a:lnTo>
                <a:lnTo>
                  <a:pt x="38310" y="736900"/>
                </a:lnTo>
                <a:lnTo>
                  <a:pt x="10971" y="648829"/>
                </a:lnTo>
                <a:cubicBezTo>
                  <a:pt x="3778" y="613676"/>
                  <a:pt x="0" y="577280"/>
                  <a:pt x="0" y="540000"/>
                </a:cubicBezTo>
                <a:cubicBezTo>
                  <a:pt x="0" y="241766"/>
                  <a:pt x="241766" y="0"/>
                  <a:pt x="54000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76200" dir="1926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7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141C8-688D-4114-B400-FE33FE445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8129C-55B5-2FB4-BE0D-4C6CDAE6F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890419"/>
          </a:xfrm>
        </p:spPr>
        <p:txBody>
          <a:bodyPr/>
          <a:lstStyle/>
          <a:p>
            <a:r>
              <a:rPr lang="en-IN" dirty="0"/>
              <a:t>Model Evaluation</a:t>
            </a: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09C197C8-024E-642D-4C9C-FAC54A2C1D65}"/>
              </a:ext>
            </a:extLst>
          </p:cNvPr>
          <p:cNvSpPr/>
          <p:nvPr/>
        </p:nvSpPr>
        <p:spPr>
          <a:xfrm>
            <a:off x="453588" y="1437197"/>
            <a:ext cx="5110633" cy="1237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Below are the metrics from model performance evaluation,</a:t>
            </a:r>
          </a:p>
          <a:p>
            <a:pPr lvl="1"/>
            <a:r>
              <a:rPr lang="en-IN" sz="1400" b="1" dirty="0"/>
              <a:t>MAE (Mean Absolute Error):</a:t>
            </a:r>
            <a:r>
              <a:rPr lang="en-IN" sz="1400" dirty="0"/>
              <a:t> 125.55</a:t>
            </a:r>
          </a:p>
          <a:p>
            <a:pPr lvl="1"/>
            <a:r>
              <a:rPr lang="en-IN" sz="1400" b="1" dirty="0"/>
              <a:t>RMSE (Root Mean Squared Error):</a:t>
            </a:r>
            <a:r>
              <a:rPr lang="en-IN" sz="1400" dirty="0"/>
              <a:t> 146.29</a:t>
            </a:r>
          </a:p>
          <a:p>
            <a:pPr lvl="1"/>
            <a:r>
              <a:rPr lang="en-IN" sz="1400" b="1" dirty="0"/>
              <a:t>R² Score:</a:t>
            </a:r>
            <a:r>
              <a:rPr lang="en-IN" sz="1400" dirty="0"/>
              <a:t> -0.036</a:t>
            </a:r>
          </a:p>
          <a:p>
            <a:pPr lvl="1"/>
            <a:r>
              <a:rPr lang="en-IN" sz="1400" b="1" dirty="0"/>
              <a:t>MAPE (Mean Absolute Percentage Error):</a:t>
            </a:r>
            <a:r>
              <a:rPr lang="en-IN" sz="1400" dirty="0"/>
              <a:t> 260.44</a:t>
            </a:r>
          </a:p>
          <a:p>
            <a:pPr lvl="1"/>
            <a:endParaRPr lang="en-IN" sz="1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A00972B-AF3D-2C92-9883-ECD14D7B802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1105" y="2817500"/>
            <a:ext cx="5817850" cy="3878566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A4E96E0-AF6E-64A8-6B85-E1C04AF67E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05537" y="2817500"/>
            <a:ext cx="5817850" cy="3878566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7CBD4B-55A1-7CA5-B9AF-0DF0F110049C}"/>
              </a:ext>
            </a:extLst>
          </p:cNvPr>
          <p:cNvSpPr txBox="1"/>
          <p:nvPr/>
        </p:nvSpPr>
        <p:spPr>
          <a:xfrm>
            <a:off x="6342433" y="1437198"/>
            <a:ext cx="511063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Residual analysis and predicted vs actual plots used to </a:t>
            </a:r>
            <a:r>
              <a:rPr lang="en-US" sz="1400" b="1" dirty="0"/>
              <a:t>assess accuracy and trends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Evaluation metrics highlight that, while the model reflects overall demand patterns, its low R² and high MAPE confirm it is exploratory and not suitable for production deployment.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572080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6B9BCB-4455-35B0-0D4B-E37ED77D5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55580"/>
            <a:ext cx="11090273" cy="667184"/>
          </a:xfrm>
        </p:spPr>
        <p:txBody>
          <a:bodyPr wrap="square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IN" dirty="0"/>
              <a:t>Feature Importance &amp; Insights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F2D4ED5-DC78-4C88-97AA-483206C53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70793" y="0"/>
            <a:ext cx="1468514" cy="1521012"/>
            <a:chOff x="5236793" y="2432482"/>
            <a:chExt cx="1468514" cy="1521012"/>
          </a:xfrm>
        </p:grpSpPr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0DE0B65A-4839-40B2-BA92-1464FEADB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463135" y="2432482"/>
              <a:ext cx="1242172" cy="729202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842A0A68-39DD-4DA7-BAD5-63B9C1398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236793" y="2566400"/>
              <a:ext cx="611884" cy="1076550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21A69E50-7E10-45C3-B4F2-19DBA7748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765469" y="2876944"/>
              <a:ext cx="630288" cy="1076550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40000"/>
                    <a:lumOff val="6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D166A8AB-8924-421C-BCED-B54DBC40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7897" y="5497189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2A4653B-4679-A263-E9EA-81E97FBEF2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3869" y="5689885"/>
            <a:ext cx="10956958" cy="8982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Sales are primarily driven by temporal patterns, promotions, and inventory levels, while pricing features have lower impact in this baseline model, guiding inventory and promotion planning.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C98994-3A96-D9B2-B2B8-C990D079A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559" y="1261163"/>
            <a:ext cx="7090237" cy="4254141"/>
          </a:xfrm>
          <a:custGeom>
            <a:avLst/>
            <a:gdLst/>
            <a:ahLst/>
            <a:cxnLst/>
            <a:rect l="l" t="t" r="r" b="b"/>
            <a:pathLst>
              <a:path w="7090237" h="5759451">
                <a:moveTo>
                  <a:pt x="0" y="0"/>
                </a:moveTo>
                <a:lnTo>
                  <a:pt x="7090237" y="0"/>
                </a:lnTo>
                <a:lnTo>
                  <a:pt x="7090237" y="5759451"/>
                </a:lnTo>
                <a:lnTo>
                  <a:pt x="0" y="57594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54424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CFA4BD-8B83-5828-A50B-C2C7E5A22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40" y="549275"/>
            <a:ext cx="4000036" cy="1362856"/>
          </a:xfrm>
        </p:spPr>
        <p:txBody>
          <a:bodyPr vert="horz" wrap="square" lIns="0" tIns="0" rIns="0" bIns="0" rtlCol="0" anchor="b" anchorCtr="0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000" b="1" dirty="0"/>
              <a:t> Stockout / Overstock Analysis</a:t>
            </a:r>
            <a:endParaRPr lang="en-US" sz="40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F2D4ED5-DC78-4C88-97AA-483206C53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70793" y="0"/>
            <a:ext cx="1468514" cy="1521012"/>
            <a:chOff x="5236793" y="2432482"/>
            <a:chExt cx="1468514" cy="1521012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0DE0B65A-4839-40B2-BA92-1464FEADB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463135" y="2432482"/>
              <a:ext cx="1242172" cy="729202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842A0A68-39DD-4DA7-BAD5-63B9C1398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236793" y="2566400"/>
              <a:ext cx="611884" cy="1076550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21A69E50-7E10-45C3-B4F2-19DBA7748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765469" y="2876944"/>
              <a:ext cx="630288" cy="1076550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40000"/>
                    <a:lumOff val="6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D166A8AB-8924-421C-BCED-B54DBC40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7897" y="5497189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C4866F1-4BE9-78AC-51AB-32DEA79DDCE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34512" y="2261670"/>
            <a:ext cx="3565525" cy="34155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buClrTx/>
              <a:buSzTx/>
              <a:tabLst/>
            </a:pPr>
            <a:r>
              <a:rPr lang="en-US" altLang="en-US" sz="1600" dirty="0">
                <a:solidFill>
                  <a:srgbClr val="FFFFFF"/>
                </a:solidFill>
              </a:rPr>
              <a:t>Overstocked products tie up capital</a:t>
            </a:r>
          </a:p>
          <a:p>
            <a:pPr marL="0" marR="0" lvl="0" fontAlgn="base">
              <a:spcBef>
                <a:spcPct val="0"/>
              </a:spcBef>
              <a:buClrTx/>
              <a:buSzTx/>
              <a:tabLst/>
            </a:pPr>
            <a:r>
              <a:rPr lang="en-US" altLang="en-US" sz="1600" dirty="0">
                <a:solidFill>
                  <a:srgbClr val="FFFFFF"/>
                </a:solidFill>
              </a:rPr>
              <a:t>Stockout-risk products may lead to lost sales</a:t>
            </a:r>
          </a:p>
          <a:p>
            <a:pPr marL="0" marR="0" lvl="0" fontAlgn="base">
              <a:spcBef>
                <a:spcPct val="0"/>
              </a:spcBef>
              <a:buClrTx/>
              <a:buSzTx/>
              <a:tabLst/>
            </a:pPr>
            <a:r>
              <a:rPr lang="en-US" altLang="en-US" sz="1600" dirty="0">
                <a:solidFill>
                  <a:srgbClr val="FFFFFF"/>
                </a:solidFill>
              </a:rPr>
              <a:t>Most products at optimal inventory levels</a:t>
            </a:r>
          </a:p>
          <a:p>
            <a:pPr marL="0" marR="0" lvl="0" fontAlgn="base">
              <a:spcBef>
                <a:spcPct val="0"/>
              </a:spcBef>
              <a:buClrTx/>
              <a:buSzTx/>
              <a:tabLst/>
            </a:pPr>
            <a:r>
              <a:rPr lang="en-US" altLang="en-US" sz="1600" dirty="0">
                <a:solidFill>
                  <a:srgbClr val="FFFFFF"/>
                </a:solidFill>
              </a:rPr>
              <a:t>Supports prioritization of restocking and inventory adjustments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5A8C667-365A-00D3-3E9C-364A722EFF4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0900" y="1062632"/>
            <a:ext cx="7090237" cy="4732737"/>
          </a:xfrm>
          <a:custGeom>
            <a:avLst/>
            <a:gdLst/>
            <a:ahLst/>
            <a:cxnLst/>
            <a:rect l="l" t="t" r="r" b="b"/>
            <a:pathLst>
              <a:path w="7090237" h="5759451">
                <a:moveTo>
                  <a:pt x="0" y="0"/>
                </a:moveTo>
                <a:lnTo>
                  <a:pt x="7090237" y="0"/>
                </a:lnTo>
                <a:lnTo>
                  <a:pt x="7090237" y="5759451"/>
                </a:lnTo>
                <a:lnTo>
                  <a:pt x="0" y="57594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2663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B967CF50-2379-4E77-194A-68CBB80C3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81525" cy="6872288"/>
          </a:xfrm>
          <a:prstGeom prst="rect">
            <a:avLst/>
          </a:prstGeom>
        </p:spPr>
      </p:pic>
      <p:sp>
        <p:nvSpPr>
          <p:cNvPr id="22" name="Text 0">
            <a:extLst>
              <a:ext uri="{FF2B5EF4-FFF2-40B4-BE49-F238E27FC236}">
                <a16:creationId xmlns:a16="http://schemas.microsoft.com/office/drawing/2014/main" id="{CAB6BA90-9C79-9A45-DC35-2190EDAA8B72}"/>
              </a:ext>
            </a:extLst>
          </p:cNvPr>
          <p:cNvSpPr/>
          <p:nvPr/>
        </p:nvSpPr>
        <p:spPr>
          <a:xfrm>
            <a:off x="4689515" y="241326"/>
            <a:ext cx="4915541" cy="308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00"/>
              </a:lnSpc>
            </a:pPr>
            <a:r>
              <a:rPr lang="en-IN" sz="3200" b="1" dirty="0"/>
              <a:t>Business Insights &amp; Recommendations</a:t>
            </a:r>
            <a:endParaRPr lang="en-US" sz="3200" b="1" dirty="0">
              <a:solidFill>
                <a:srgbClr val="FFFFFF"/>
              </a:solidFill>
            </a:endParaRPr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DD8F0EB3-F9B2-6AF9-C0EB-91B48A5D5D25}"/>
              </a:ext>
            </a:extLst>
          </p:cNvPr>
          <p:cNvSpPr/>
          <p:nvPr/>
        </p:nvSpPr>
        <p:spPr>
          <a:xfrm>
            <a:off x="4867277" y="1193297"/>
            <a:ext cx="6597608" cy="1410830"/>
          </a:xfrm>
          <a:prstGeom prst="roundRect">
            <a:avLst>
              <a:gd name="adj" fmla="val 4619"/>
            </a:avLst>
          </a:prstGeom>
          <a:solidFill>
            <a:srgbClr val="FFFDE6"/>
          </a:solidFill>
          <a:ln w="3048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49AA9747-7A94-DA7A-0A13-76308F120B82}"/>
              </a:ext>
            </a:extLst>
          </p:cNvPr>
          <p:cNvSpPr/>
          <p:nvPr/>
        </p:nvSpPr>
        <p:spPr>
          <a:xfrm>
            <a:off x="4886136" y="1205912"/>
            <a:ext cx="521713" cy="968855"/>
          </a:xfrm>
          <a:prstGeom prst="roundRect">
            <a:avLst>
              <a:gd name="adj" fmla="val 6257"/>
            </a:avLst>
          </a:prstGeom>
          <a:solidFill>
            <a:srgbClr val="DDEEE6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4B9E0B8F-EFC7-C9EB-61AA-7E2147BAC227}"/>
              </a:ext>
            </a:extLst>
          </p:cNvPr>
          <p:cNvSpPr/>
          <p:nvPr/>
        </p:nvSpPr>
        <p:spPr>
          <a:xfrm>
            <a:off x="5146993" y="1923809"/>
            <a:ext cx="221851" cy="231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200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90046911-2082-150E-FD1F-F635D872F825}"/>
              </a:ext>
            </a:extLst>
          </p:cNvPr>
          <p:cNvSpPr/>
          <p:nvPr/>
        </p:nvSpPr>
        <p:spPr>
          <a:xfrm>
            <a:off x="6081832" y="1293495"/>
            <a:ext cx="1849275" cy="19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20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166A6A68-6AF3-3211-CBD7-C734657C9F78}"/>
              </a:ext>
            </a:extLst>
          </p:cNvPr>
          <p:cNvSpPr/>
          <p:nvPr/>
        </p:nvSpPr>
        <p:spPr>
          <a:xfrm>
            <a:off x="5768138" y="1171132"/>
            <a:ext cx="5814260" cy="1324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Business Insights</a:t>
            </a:r>
          </a:p>
          <a:p>
            <a:pPr marL="285750" indent="-28575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Promotions significantly boost demand</a:t>
            </a:r>
          </a:p>
          <a:p>
            <a:pPr marL="285750" indent="-28575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Inventory availability directly impacts sales</a:t>
            </a:r>
          </a:p>
          <a:p>
            <a:pPr marL="285750" indent="-28575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Temporal patterns dominate demand &amp; behavior</a:t>
            </a:r>
          </a:p>
          <a:p>
            <a:pPr>
              <a:lnSpc>
                <a:spcPts val="2600"/>
              </a:lnSpc>
            </a:pPr>
            <a:endParaRPr lang="en-US" sz="2000" b="1" dirty="0">
              <a:solidFill>
                <a:srgbClr val="3B4E4E"/>
              </a:solidFill>
              <a:latin typeface="Syne Bold" pitchFamily="34" charset="0"/>
              <a:ea typeface="Syne Bold" pitchFamily="34" charset="-122"/>
              <a:cs typeface="Syne Bold" pitchFamily="34" charset="-120"/>
            </a:endParaRPr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DB3B9EC5-417B-E96F-8B3A-705CD8CC8A08}"/>
              </a:ext>
            </a:extLst>
          </p:cNvPr>
          <p:cNvSpPr/>
          <p:nvPr/>
        </p:nvSpPr>
        <p:spPr>
          <a:xfrm>
            <a:off x="4870492" y="2940319"/>
            <a:ext cx="6692858" cy="1422133"/>
          </a:xfrm>
          <a:prstGeom prst="roundRect">
            <a:avLst>
              <a:gd name="adj" fmla="val 5575"/>
            </a:avLst>
          </a:prstGeom>
          <a:solidFill>
            <a:srgbClr val="FFFDE6"/>
          </a:solidFill>
          <a:ln w="3048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A0F656C7-F9DF-9304-FC4D-6446FA33BEC0}"/>
              </a:ext>
            </a:extLst>
          </p:cNvPr>
          <p:cNvSpPr/>
          <p:nvPr/>
        </p:nvSpPr>
        <p:spPr>
          <a:xfrm>
            <a:off x="4900972" y="2970801"/>
            <a:ext cx="591738" cy="895422"/>
          </a:xfrm>
          <a:prstGeom prst="roundRect">
            <a:avLst>
              <a:gd name="adj" fmla="val 6257"/>
            </a:avLst>
          </a:prstGeom>
          <a:solidFill>
            <a:srgbClr val="DDEEE6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9072DD6-7B12-407D-1A58-DC4367EB55B9}"/>
              </a:ext>
            </a:extLst>
          </p:cNvPr>
          <p:cNvSpPr/>
          <p:nvPr/>
        </p:nvSpPr>
        <p:spPr>
          <a:xfrm>
            <a:off x="5166480" y="3549922"/>
            <a:ext cx="221851" cy="231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2000" dirty="0"/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1D18B4CB-F95B-1629-8AA1-E717E3CCA516}"/>
              </a:ext>
            </a:extLst>
          </p:cNvPr>
          <p:cNvSpPr/>
          <p:nvPr/>
        </p:nvSpPr>
        <p:spPr>
          <a:xfrm>
            <a:off x="4889539" y="4698645"/>
            <a:ext cx="6692859" cy="1763142"/>
          </a:xfrm>
          <a:prstGeom prst="roundRect">
            <a:avLst>
              <a:gd name="adj" fmla="val 4619"/>
            </a:avLst>
          </a:prstGeom>
          <a:solidFill>
            <a:srgbClr val="FFFDE6"/>
          </a:solidFill>
          <a:ln w="3048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D12BF665-A310-62A1-F17B-52FA41B16B5E}"/>
              </a:ext>
            </a:extLst>
          </p:cNvPr>
          <p:cNvSpPr/>
          <p:nvPr/>
        </p:nvSpPr>
        <p:spPr>
          <a:xfrm>
            <a:off x="4948002" y="4698644"/>
            <a:ext cx="591738" cy="844868"/>
          </a:xfrm>
          <a:prstGeom prst="roundRect">
            <a:avLst>
              <a:gd name="adj" fmla="val 6257"/>
            </a:avLst>
          </a:prstGeom>
          <a:solidFill>
            <a:srgbClr val="DDEEE6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57D6A810-1C0A-E6B2-AA1D-9F784CA76602}"/>
              </a:ext>
            </a:extLst>
          </p:cNvPr>
          <p:cNvSpPr/>
          <p:nvPr/>
        </p:nvSpPr>
        <p:spPr>
          <a:xfrm>
            <a:off x="5238156" y="5094824"/>
            <a:ext cx="221851" cy="231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2000" dirty="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70976A59-B3B4-CE81-7495-9F9F3F3A8464}"/>
              </a:ext>
            </a:extLst>
          </p:cNvPr>
          <p:cNvSpPr/>
          <p:nvPr/>
        </p:nvSpPr>
        <p:spPr>
          <a:xfrm>
            <a:off x="5725158" y="4767927"/>
            <a:ext cx="5669958" cy="1352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Future Work</a:t>
            </a:r>
          </a:p>
          <a:p>
            <a:pPr marL="285750" indent="-28575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</a:rPr>
              <a:t>Explore advanced models (</a:t>
            </a:r>
            <a:r>
              <a:rPr lang="en-US" dirty="0" err="1">
                <a:solidFill>
                  <a:srgbClr val="3B4E4E"/>
                </a:solidFill>
                <a:latin typeface="Syne Bold" pitchFamily="34" charset="0"/>
                <a:ea typeface="Syne Bold" pitchFamily="34" charset="-122"/>
              </a:rPr>
              <a:t>XGBoost</a:t>
            </a:r>
            <a:r>
              <a:rPr lang="en-US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</a:rPr>
              <a:t>, Neural Networks)</a:t>
            </a:r>
          </a:p>
          <a:p>
            <a:pPr marL="285750" indent="-28575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</a:rPr>
              <a:t>Integrate external factors (holidays, weather)</a:t>
            </a:r>
          </a:p>
          <a:p>
            <a:pPr marL="285750" indent="-28575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</a:rPr>
              <a:t>Automate replenishment systems</a:t>
            </a:r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342074DC-5596-EEE1-5D8D-C3AC0E166E54}"/>
              </a:ext>
            </a:extLst>
          </p:cNvPr>
          <p:cNvSpPr/>
          <p:nvPr/>
        </p:nvSpPr>
        <p:spPr>
          <a:xfrm>
            <a:off x="5653839" y="3013075"/>
            <a:ext cx="5669958" cy="1352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Recommendations</a:t>
            </a:r>
          </a:p>
          <a:p>
            <a:pPr marL="285750" indent="-28575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Align inventory with reorder thresholds</a:t>
            </a:r>
          </a:p>
          <a:p>
            <a:pPr marL="285750" indent="-28575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Focus promotions during high-demand periods</a:t>
            </a:r>
          </a:p>
          <a:p>
            <a:pPr marL="285750" indent="-28575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Use AI forecasts for operational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3861409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B68D65-1FC7-839D-A821-34EBEC368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520825"/>
            <a:ext cx="4535487" cy="377983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5400" dirty="0"/>
              <a:t>Ethical Considerations &amp; Challenges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0205E53-D75C-4F15-A4A3-21DA0826F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2950" y="623661"/>
            <a:ext cx="667800" cy="631474"/>
            <a:chOff x="8069541" y="1262702"/>
            <a:chExt cx="667800" cy="63147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B48C7E5-9699-4FB1-9EEE-581C68629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>
              <a:off x="8069541" y="1262702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10200000" scaled="0"/>
            </a:gradFill>
            <a:ln>
              <a:noFill/>
            </a:ln>
            <a:effectLst>
              <a:innerShdw blurRad="127000" dist="50800" dir="42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16993F2-7052-4269-8B81-AC271D2D9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8332341" y="1436239"/>
              <a:ext cx="270000" cy="540000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52D58DC7-20C8-4471-BAA7-B296A2AEC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384" y="49771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E4AABAC-100B-437F-86D3-981412859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3261346" y="5733597"/>
            <a:ext cx="1758388" cy="926985"/>
          </a:xfrm>
          <a:custGeom>
            <a:avLst/>
            <a:gdLst>
              <a:gd name="connsiteX0" fmla="*/ 1486881 w 1758388"/>
              <a:gd name="connsiteY0" fmla="*/ 271508 h 926985"/>
              <a:gd name="connsiteX1" fmla="*/ 1758388 w 1758388"/>
              <a:gd name="connsiteY1" fmla="*/ 926985 h 926985"/>
              <a:gd name="connsiteX2" fmla="*/ 1294895 w 1758388"/>
              <a:gd name="connsiteY2" fmla="*/ 926985 h 926985"/>
              <a:gd name="connsiteX3" fmla="*/ 831404 w 1758388"/>
              <a:gd name="connsiteY3" fmla="*/ 463493 h 926985"/>
              <a:gd name="connsiteX4" fmla="*/ 377328 w 1758388"/>
              <a:gd name="connsiteY4" fmla="*/ 833575 h 926985"/>
              <a:gd name="connsiteX5" fmla="*/ 371585 w 1758388"/>
              <a:gd name="connsiteY5" fmla="*/ 890552 h 926985"/>
              <a:gd name="connsiteX6" fmla="*/ 0 w 1758388"/>
              <a:gd name="connsiteY6" fmla="*/ 518968 h 926985"/>
              <a:gd name="connsiteX7" fmla="*/ 16301 w 1758388"/>
              <a:gd name="connsiteY7" fmla="*/ 485129 h 926985"/>
              <a:gd name="connsiteX8" fmla="*/ 831403 w 1758388"/>
              <a:gd name="connsiteY8" fmla="*/ 0 h 926985"/>
              <a:gd name="connsiteX9" fmla="*/ 1486881 w 1758388"/>
              <a:gd name="connsiteY9" fmla="*/ 271508 h 926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8388" h="926985">
                <a:moveTo>
                  <a:pt x="1486881" y="271508"/>
                </a:moveTo>
                <a:cubicBezTo>
                  <a:pt x="1654632" y="439259"/>
                  <a:pt x="1758388" y="671005"/>
                  <a:pt x="1758388" y="926985"/>
                </a:cubicBezTo>
                <a:lnTo>
                  <a:pt x="1294895" y="926985"/>
                </a:lnTo>
                <a:cubicBezTo>
                  <a:pt x="1294895" y="671005"/>
                  <a:pt x="1087383" y="463493"/>
                  <a:pt x="831404" y="463493"/>
                </a:cubicBezTo>
                <a:cubicBezTo>
                  <a:pt x="607421" y="463493"/>
                  <a:pt x="420547" y="622370"/>
                  <a:pt x="377328" y="833575"/>
                </a:cubicBezTo>
                <a:lnTo>
                  <a:pt x="371585" y="890552"/>
                </a:lnTo>
                <a:lnTo>
                  <a:pt x="0" y="518968"/>
                </a:lnTo>
                <a:lnTo>
                  <a:pt x="16301" y="485129"/>
                </a:lnTo>
                <a:cubicBezTo>
                  <a:pt x="173276" y="196165"/>
                  <a:pt x="479432" y="0"/>
                  <a:pt x="831403" y="0"/>
                </a:cubicBezTo>
                <a:cubicBezTo>
                  <a:pt x="1087383" y="0"/>
                  <a:pt x="1319129" y="103757"/>
                  <a:pt x="1486881" y="271508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innerShdw blurRad="254000" dist="50800" dir="5400000">
              <a:schemeClr val="accent1">
                <a:lumMod val="40000"/>
                <a:lumOff val="6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DFD33E0-4D46-4176-BAE2-6AED15231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3353363" y="5725768"/>
            <a:ext cx="1728640" cy="1042921"/>
          </a:xfrm>
          <a:custGeom>
            <a:avLst/>
            <a:gdLst>
              <a:gd name="connsiteX0" fmla="*/ 1391304 w 1728640"/>
              <a:gd name="connsiteY0" fmla="*/ 238153 h 1042921"/>
              <a:gd name="connsiteX1" fmla="*/ 1728640 w 1728640"/>
              <a:gd name="connsiteY1" fmla="*/ 1042921 h 1042921"/>
              <a:gd name="connsiteX2" fmla="*/ 1265147 w 1728640"/>
              <a:gd name="connsiteY2" fmla="*/ 1042921 h 1042921"/>
              <a:gd name="connsiteX3" fmla="*/ 801655 w 1728640"/>
              <a:gd name="connsiteY3" fmla="*/ 521461 h 1042921"/>
              <a:gd name="connsiteX4" fmla="*/ 374587 w 1728640"/>
              <a:gd name="connsiteY4" fmla="*/ 839945 h 1042921"/>
              <a:gd name="connsiteX5" fmla="*/ 362576 w 1728640"/>
              <a:gd name="connsiteY5" fmla="*/ 883477 h 1042921"/>
              <a:gd name="connsiteX6" fmla="*/ 0 w 1728640"/>
              <a:gd name="connsiteY6" fmla="*/ 520901 h 1042921"/>
              <a:gd name="connsiteX7" fmla="*/ 32986 w 1728640"/>
              <a:gd name="connsiteY7" fmla="*/ 459814 h 1042921"/>
              <a:gd name="connsiteX8" fmla="*/ 801656 w 1728640"/>
              <a:gd name="connsiteY8" fmla="*/ 0 h 1042921"/>
              <a:gd name="connsiteX9" fmla="*/ 1391304 w 1728640"/>
              <a:gd name="connsiteY9" fmla="*/ 238153 h 104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28640" h="1042921">
                <a:moveTo>
                  <a:pt x="1391304" y="238153"/>
                </a:moveTo>
                <a:cubicBezTo>
                  <a:pt x="1597323" y="429440"/>
                  <a:pt x="1728640" y="718927"/>
                  <a:pt x="1728640" y="1042921"/>
                </a:cubicBezTo>
                <a:lnTo>
                  <a:pt x="1265147" y="1042921"/>
                </a:lnTo>
                <a:cubicBezTo>
                  <a:pt x="1265147" y="754926"/>
                  <a:pt x="1057635" y="521461"/>
                  <a:pt x="801655" y="521461"/>
                </a:cubicBezTo>
                <a:cubicBezTo>
                  <a:pt x="609671" y="521461"/>
                  <a:pt x="444949" y="652785"/>
                  <a:pt x="374587" y="839945"/>
                </a:cubicBezTo>
                <a:lnTo>
                  <a:pt x="362576" y="883477"/>
                </a:lnTo>
                <a:lnTo>
                  <a:pt x="0" y="520901"/>
                </a:lnTo>
                <a:lnTo>
                  <a:pt x="32986" y="459814"/>
                </a:lnTo>
                <a:cubicBezTo>
                  <a:pt x="199571" y="182395"/>
                  <a:pt x="481681" y="0"/>
                  <a:pt x="801656" y="0"/>
                </a:cubicBezTo>
                <a:cubicBezTo>
                  <a:pt x="1025638" y="0"/>
                  <a:pt x="1231066" y="89374"/>
                  <a:pt x="1391304" y="23815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22B5D87-7689-4E7F-B03A-7F803B5DF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872920" y="5836283"/>
            <a:ext cx="107098" cy="466589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2540000">
              <a:schemeClr val="accent1">
                <a:lumMod val="40000"/>
                <a:lumOff val="60000"/>
                <a:alpha val="2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D57CE9-E984-A3BC-4D64-E22FBF3B56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3189422"/>
              </p:ext>
            </p:extLst>
          </p:nvPr>
        </p:nvGraphicFramePr>
        <p:xfrm>
          <a:off x="5267325" y="549275"/>
          <a:ext cx="6373814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0383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E4A0FF0-C01D-4D79-B2A0-DB8ABC7F3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758323-B53E-9A5B-F8C8-37823ACDB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399" y="440099"/>
            <a:ext cx="7305314" cy="5868626"/>
          </a:xfrm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US" sz="8000"/>
              <a:t>Thank You !!!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413A76C-1635-4B9A-82E5-83B4C4A98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3626" y="440099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57CB2EB-A32D-4DAA-8AEA-EC6F55CB1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 flipV="1">
            <a:off x="10965771" y="4650253"/>
            <a:ext cx="107098" cy="466589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635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933AD8C-9EF0-48A5-A4E2-7D23D3EEA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82498" y="5100825"/>
            <a:ext cx="1902502" cy="1093090"/>
            <a:chOff x="4957101" y="4052255"/>
            <a:chExt cx="1902502" cy="1093090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A66056D-8174-4E68-9AE9-CF25FBD07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00AD54B-447B-4F1E-B682-29FDAE632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6A09A318-A034-4481-9BF6-AE091E306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 flipV="1">
            <a:off x="9984745" y="5631279"/>
            <a:ext cx="107098" cy="466589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635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119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5000">
        <p:fade/>
      </p:transition>
    </mc:Choice>
    <mc:Fallback xmlns="">
      <p:transition advTm="205000">
        <p:fade/>
      </p:transition>
    </mc:Fallback>
  </mc:AlternateContent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Sitka Heading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307</TotalTime>
  <Words>757</Words>
  <Application>Microsoft Office PowerPoint</Application>
  <PresentationFormat>Widescreen</PresentationFormat>
  <Paragraphs>112</Paragraphs>
  <Slides>15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Arial</vt:lpstr>
      <vt:lpstr>Inter</vt:lpstr>
      <vt:lpstr>Overpass Light</vt:lpstr>
      <vt:lpstr>Sitka Heading</vt:lpstr>
      <vt:lpstr>Source Sans Pro</vt:lpstr>
      <vt:lpstr>Syne Bold</vt:lpstr>
      <vt:lpstr>Wingdings</vt:lpstr>
      <vt:lpstr>3DFloatVTI</vt:lpstr>
      <vt:lpstr>AI-Driven Retail Optimization: Demand Prediction, Inventory Management</vt:lpstr>
      <vt:lpstr>Operational Challenges in Retail Management</vt:lpstr>
      <vt:lpstr>PowerPoint Presentation</vt:lpstr>
      <vt:lpstr>Data Sources and Integration</vt:lpstr>
      <vt:lpstr>Analysis Workflow – From Data to Decisions</vt:lpstr>
      <vt:lpstr>Sales Trend &amp; Inventory Insights</vt:lpstr>
      <vt:lpstr>Pricing &amp; Promotion Effects</vt:lpstr>
      <vt:lpstr>Correlation Analysis</vt:lpstr>
      <vt:lpstr>Demand Forecasting Model</vt:lpstr>
      <vt:lpstr>Model Evaluation</vt:lpstr>
      <vt:lpstr>Feature Importance &amp; Insights</vt:lpstr>
      <vt:lpstr> Stockout / Overstock Analysis</vt:lpstr>
      <vt:lpstr>PowerPoint Presentation</vt:lpstr>
      <vt:lpstr>Ethical Considerations &amp; Challenges</vt:lpstr>
      <vt:lpstr>Thank You 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Karthika Vellingiri</dc:creator>
  <cp:lastModifiedBy>Dilip Kumar Balu</cp:lastModifiedBy>
  <cp:revision>4</cp:revision>
  <dcterms:created xsi:type="dcterms:W3CDTF">2026-01-18T20:42:21Z</dcterms:created>
  <dcterms:modified xsi:type="dcterms:W3CDTF">2026-10-04T18:36:09Z</dcterms:modified>
</cp:coreProperties>
</file>